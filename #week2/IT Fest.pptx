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  <p:sldMasterId id="2147483668" r:id="rId5"/>
    <p:sldMasterId id="2147483669" r:id="rId6"/>
    <p:sldMasterId id="2147483667" r:id="rId7"/>
  </p:sldMasterIdLst>
  <p:notesMasterIdLst>
    <p:notesMasterId r:id="rId9"/>
  </p:notesMasterIdLst>
  <p:handoutMasterIdLst>
    <p:handoutMasterId r:id="rId10"/>
  </p:handoutMasterIdLst>
  <p:sldIdLst>
    <p:sldId id="274" r:id="rId8"/>
  </p:sldIdLst>
  <p:sldSz cx="16459200" cy="21945600"/>
  <p:notesSz cx="6858000" cy="9144000"/>
  <p:defaultTextStyle>
    <a:defPPr>
      <a:defRPr lang="en-US"/>
    </a:defPPr>
    <a:lvl1pPr marL="0" algn="l" defTabSz="1843430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1pPr>
    <a:lvl2pPr marL="921715" algn="l" defTabSz="1843430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2pPr>
    <a:lvl3pPr marL="1843430" algn="l" defTabSz="1843430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3pPr>
    <a:lvl4pPr marL="2765146" algn="l" defTabSz="1843430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4pPr>
    <a:lvl5pPr marL="3686861" algn="l" defTabSz="1843430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5pPr>
    <a:lvl6pPr marL="4608576" algn="l" defTabSz="1843430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6pPr>
    <a:lvl7pPr marL="5530291" algn="l" defTabSz="1843430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7pPr>
    <a:lvl8pPr marL="6452006" algn="l" defTabSz="1843430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8pPr>
    <a:lvl9pPr marL="7373722" algn="l" defTabSz="1843430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DEFF"/>
    <a:srgbClr val="1DCFFF"/>
    <a:srgbClr val="115389"/>
    <a:srgbClr val="9BC29D"/>
    <a:srgbClr val="AACCB9"/>
    <a:srgbClr val="B3D1D3"/>
    <a:srgbClr val="C7E4EA"/>
    <a:srgbClr val="CCD0D7"/>
    <a:srgbClr val="CFD6DC"/>
    <a:srgbClr val="B3CC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7" autoAdjust="0"/>
    <p:restoredTop sz="86408" autoAdjust="0"/>
  </p:normalViewPr>
  <p:slideViewPr>
    <p:cSldViewPr snapToGrid="0">
      <p:cViewPr>
        <p:scale>
          <a:sx n="23" d="100"/>
          <a:sy n="23" d="100"/>
        </p:scale>
        <p:origin x="1790" y="10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598EC6-1625-4517-8B2C-4B716084C4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4EA686-4186-49B6-B46A-D866F82C07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FFBCE-45C6-4287-86D3-A441E0C0281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360D0-1D1B-477C-A57A-2C489A98E9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99358-DA8A-4920-8805-B23BA1D39F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E3D07-5B38-4ABE-9D9F-CC806308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20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0E841-1ECD-43D0-89AC-9150788776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EA983-0B79-4906-8A36-21E0BF71C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85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EA983-0B79-4906-8A36-21E0BF71C1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1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2F7432-62A2-4ED5-956D-D31BF8B17A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6459200" cy="2194560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8713D6C-1C84-452C-9BEC-0EE62629BF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0657" y="914394"/>
            <a:ext cx="13546420" cy="7553745"/>
          </a:xfrm>
        </p:spPr>
        <p:txBody>
          <a:bodyPr>
            <a:noAutofit/>
          </a:bodyPr>
          <a:lstStyle>
            <a:lvl1pPr algn="r">
              <a:lnSpc>
                <a:spcPct val="75000"/>
              </a:lnSpc>
              <a:defRPr sz="21500" b="1">
                <a:solidFill>
                  <a:schemeClr val="accent6"/>
                </a:solidFill>
                <a:effectLst>
                  <a:outerShdw blurRad="63500" dist="889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COFFEE</a:t>
            </a:r>
            <a:br>
              <a:rPr lang="en-US" dirty="0"/>
            </a:br>
            <a:r>
              <a:rPr lang="en-US" dirty="0"/>
              <a:t>TIME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D8560-43C9-4483-AA41-4EBF5DD0C6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95874" y="14588835"/>
            <a:ext cx="5625183" cy="5678905"/>
          </a:xfrm>
        </p:spPr>
        <p:txBody>
          <a:bodyPr anchor="b" anchorCtr="0">
            <a:noAutofit/>
          </a:bodyPr>
          <a:lstStyle>
            <a:lvl1pPr marL="0" indent="0" algn="r">
              <a:buNone/>
              <a:defRPr sz="6000" i="0">
                <a:solidFill>
                  <a:schemeClr val="bg1"/>
                </a:solidFill>
                <a:effectLst>
                  <a:outerShdw blurRad="63500" dist="63500" dir="2700000" algn="tl" rotWithShape="0">
                    <a:schemeClr val="tx1">
                      <a:alpha val="70000"/>
                    </a:schemeClr>
                  </a:outerShdw>
                </a:effectLst>
                <a:latin typeface="+mn-lt"/>
                <a:cs typeface="SpeakPro" panose="020B0504020101020102" pitchFamily="34" charset="0"/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84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21">
            <a:extLst>
              <a:ext uri="{FF2B5EF4-FFF2-40B4-BE49-F238E27FC236}">
                <a16:creationId xmlns:a16="http://schemas.microsoft.com/office/drawing/2014/main" id="{2353C65C-6015-FDB3-4D1E-B2265659E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6459200" cy="21945600"/>
          </a:xfrm>
          <a:prstGeom prst="rect">
            <a:avLst/>
          </a:prstGeom>
        </p:spPr>
      </p:pic>
      <p:sp>
        <p:nvSpPr>
          <p:cNvPr id="8" name="Diamond 7">
            <a:extLst>
              <a:ext uri="{FF2B5EF4-FFF2-40B4-BE49-F238E27FC236}">
                <a16:creationId xmlns:a16="http://schemas.microsoft.com/office/drawing/2014/main" id="{D6046BC8-D37C-A6EF-851A-5C7F4A15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36706" y="3273811"/>
            <a:ext cx="7538400" cy="7538400"/>
          </a:xfrm>
          <a:prstGeom prst="diamond">
            <a:avLst/>
          </a:pr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5CA42978-ECB5-5CC5-3A70-41A33F41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306" y="14473170"/>
            <a:ext cx="7538400" cy="7538400"/>
          </a:xfrm>
          <a:prstGeom prst="diamond">
            <a:avLst/>
          </a:pr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DBC04E2-1768-4486-82C6-4CF8DD0E3E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2700000">
            <a:off x="10324615" y="9349642"/>
            <a:ext cx="6138862" cy="3401820"/>
          </a:xfrm>
        </p:spPr>
        <p:txBody>
          <a:bodyPr vert="horz" anchor="ctr" anchorCtr="1">
            <a:normAutofit/>
          </a:bodyPr>
          <a:lstStyle>
            <a:lvl1pPr algn="r">
              <a:lnSpc>
                <a:spcPct val="75000"/>
              </a:lnSpc>
              <a:defRPr lang="en-US" sz="9600" b="1" kern="1200" dirty="0">
                <a:ln w="73025"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+mj-lt"/>
                <a:ea typeface="Cambria" panose="02040503050406030204" pitchFamily="18" charset="0"/>
                <a:cs typeface="SpeakPro" panose="020B0504020101020102" pitchFamily="34" charset="0"/>
              </a:defRPr>
            </a:lvl1pPr>
          </a:lstStyle>
          <a:p>
            <a:r>
              <a:rPr lang="en-US" dirty="0"/>
              <a:t>GOOD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0D5B859-A82F-4BFA-F6C4-9CE39B625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9093511"/>
            <a:ext cx="5645966" cy="2852088"/>
          </a:xfrm>
          <a:custGeom>
            <a:avLst/>
            <a:gdLst>
              <a:gd name="connsiteX0" fmla="*/ 2795443 w 5645966"/>
              <a:gd name="connsiteY0" fmla="*/ 0 h 2852088"/>
              <a:gd name="connsiteX1" fmla="*/ 5645966 w 5645966"/>
              <a:gd name="connsiteY1" fmla="*/ 2852088 h 2852088"/>
              <a:gd name="connsiteX2" fmla="*/ 0 w 5645966"/>
              <a:gd name="connsiteY2" fmla="*/ 2852088 h 2852088"/>
              <a:gd name="connsiteX3" fmla="*/ 0 w 5645966"/>
              <a:gd name="connsiteY3" fmla="*/ 2796976 h 2852088"/>
              <a:gd name="connsiteX4" fmla="*/ 2795443 w 5645966"/>
              <a:gd name="connsiteY4" fmla="*/ 0 h 285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5966" h="2852088">
                <a:moveTo>
                  <a:pt x="2795443" y="0"/>
                </a:moveTo>
                <a:lnTo>
                  <a:pt x="5645966" y="2852088"/>
                </a:lnTo>
                <a:lnTo>
                  <a:pt x="0" y="2852088"/>
                </a:lnTo>
                <a:lnTo>
                  <a:pt x="0" y="2796976"/>
                </a:lnTo>
                <a:lnTo>
                  <a:pt x="279544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3C1CA30-2BFB-3E21-1C71-EBB91B087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744077" cy="5325655"/>
          </a:xfrm>
          <a:custGeom>
            <a:avLst/>
            <a:gdLst>
              <a:gd name="connsiteX0" fmla="*/ 0 w 9744077"/>
              <a:gd name="connsiteY0" fmla="*/ 0 h 5325655"/>
              <a:gd name="connsiteX1" fmla="*/ 9744077 w 9744077"/>
              <a:gd name="connsiteY1" fmla="*/ 0 h 5325655"/>
              <a:gd name="connsiteX2" fmla="*/ 4418422 w 9744077"/>
              <a:gd name="connsiteY2" fmla="*/ 5325655 h 5325655"/>
              <a:gd name="connsiteX3" fmla="*/ 0 w 9744077"/>
              <a:gd name="connsiteY3" fmla="*/ 907233 h 5325655"/>
              <a:gd name="connsiteX4" fmla="*/ 0 w 9744077"/>
              <a:gd name="connsiteY4" fmla="*/ 0 h 5325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44077" h="5325655">
                <a:moveTo>
                  <a:pt x="0" y="0"/>
                </a:moveTo>
                <a:lnTo>
                  <a:pt x="9744077" y="0"/>
                </a:lnTo>
                <a:lnTo>
                  <a:pt x="4418422" y="5325655"/>
                </a:lnTo>
                <a:lnTo>
                  <a:pt x="0" y="90723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CC30A11-E86F-134C-0688-DEA4058AA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85533" y="16455801"/>
            <a:ext cx="7884000" cy="5489796"/>
          </a:xfrm>
          <a:custGeom>
            <a:avLst/>
            <a:gdLst>
              <a:gd name="connsiteX0" fmla="*/ 3942000 w 7884000"/>
              <a:gd name="connsiteY0" fmla="*/ 0 h 5489796"/>
              <a:gd name="connsiteX1" fmla="*/ 7884000 w 7884000"/>
              <a:gd name="connsiteY1" fmla="*/ 3942000 h 5489796"/>
              <a:gd name="connsiteX2" fmla="*/ 6336204 w 7884000"/>
              <a:gd name="connsiteY2" fmla="*/ 5489796 h 5489796"/>
              <a:gd name="connsiteX3" fmla="*/ 1547796 w 7884000"/>
              <a:gd name="connsiteY3" fmla="*/ 5489796 h 5489796"/>
              <a:gd name="connsiteX4" fmla="*/ 0 w 7884000"/>
              <a:gd name="connsiteY4" fmla="*/ 3942000 h 5489796"/>
              <a:gd name="connsiteX5" fmla="*/ 3942000 w 7884000"/>
              <a:gd name="connsiteY5" fmla="*/ 0 h 548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84000" h="5489796">
                <a:moveTo>
                  <a:pt x="3942000" y="0"/>
                </a:moveTo>
                <a:lnTo>
                  <a:pt x="7884000" y="3942000"/>
                </a:lnTo>
                <a:lnTo>
                  <a:pt x="6336204" y="5489796"/>
                </a:lnTo>
                <a:lnTo>
                  <a:pt x="1547796" y="5489796"/>
                </a:lnTo>
                <a:lnTo>
                  <a:pt x="0" y="3942000"/>
                </a:lnTo>
                <a:lnTo>
                  <a:pt x="3942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D2F5C98-52C0-F172-8A35-6DE246E5D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5979" y="0"/>
            <a:ext cx="7843221" cy="8230846"/>
          </a:xfrm>
          <a:custGeom>
            <a:avLst/>
            <a:gdLst>
              <a:gd name="connsiteX0" fmla="*/ 2210246 w 7843221"/>
              <a:gd name="connsiteY0" fmla="*/ 0 h 8258246"/>
              <a:gd name="connsiteX1" fmla="*/ 7843221 w 7843221"/>
              <a:gd name="connsiteY1" fmla="*/ 0 h 8258246"/>
              <a:gd name="connsiteX2" fmla="*/ 7843221 w 7843221"/>
              <a:gd name="connsiteY2" fmla="*/ 6463026 h 8258246"/>
              <a:gd name="connsiteX3" fmla="*/ 6048000 w 7843221"/>
              <a:gd name="connsiteY3" fmla="*/ 8258246 h 8258246"/>
              <a:gd name="connsiteX4" fmla="*/ 0 w 7843221"/>
              <a:gd name="connsiteY4" fmla="*/ 2210246 h 8258246"/>
              <a:gd name="connsiteX0" fmla="*/ 2210246 w 7843221"/>
              <a:gd name="connsiteY0" fmla="*/ 0 h 8258246"/>
              <a:gd name="connsiteX1" fmla="*/ 7843221 w 7843221"/>
              <a:gd name="connsiteY1" fmla="*/ 0 h 8258246"/>
              <a:gd name="connsiteX2" fmla="*/ 7843221 w 7843221"/>
              <a:gd name="connsiteY2" fmla="*/ 6383513 h 8258246"/>
              <a:gd name="connsiteX3" fmla="*/ 6048000 w 7843221"/>
              <a:gd name="connsiteY3" fmla="*/ 8258246 h 8258246"/>
              <a:gd name="connsiteX4" fmla="*/ 0 w 7843221"/>
              <a:gd name="connsiteY4" fmla="*/ 2210246 h 8258246"/>
              <a:gd name="connsiteX5" fmla="*/ 2210246 w 7843221"/>
              <a:gd name="connsiteY5" fmla="*/ 0 h 8258246"/>
              <a:gd name="connsiteX0" fmla="*/ 2210246 w 7843221"/>
              <a:gd name="connsiteY0" fmla="*/ 0 h 8218489"/>
              <a:gd name="connsiteX1" fmla="*/ 7843221 w 7843221"/>
              <a:gd name="connsiteY1" fmla="*/ 0 h 8218489"/>
              <a:gd name="connsiteX2" fmla="*/ 7843221 w 7843221"/>
              <a:gd name="connsiteY2" fmla="*/ 6383513 h 8218489"/>
              <a:gd name="connsiteX3" fmla="*/ 5988365 w 7843221"/>
              <a:gd name="connsiteY3" fmla="*/ 8218489 h 8218489"/>
              <a:gd name="connsiteX4" fmla="*/ 0 w 7843221"/>
              <a:gd name="connsiteY4" fmla="*/ 2210246 h 8218489"/>
              <a:gd name="connsiteX5" fmla="*/ 2210246 w 7843221"/>
              <a:gd name="connsiteY5" fmla="*/ 0 h 8218489"/>
              <a:gd name="connsiteX0" fmla="*/ 2210246 w 7843221"/>
              <a:gd name="connsiteY0" fmla="*/ 0 h 8230846"/>
              <a:gd name="connsiteX1" fmla="*/ 7843221 w 7843221"/>
              <a:gd name="connsiteY1" fmla="*/ 0 h 8230846"/>
              <a:gd name="connsiteX2" fmla="*/ 7843221 w 7843221"/>
              <a:gd name="connsiteY2" fmla="*/ 6383513 h 8230846"/>
              <a:gd name="connsiteX3" fmla="*/ 6000721 w 7843221"/>
              <a:gd name="connsiteY3" fmla="*/ 8230846 h 8230846"/>
              <a:gd name="connsiteX4" fmla="*/ 0 w 7843221"/>
              <a:gd name="connsiteY4" fmla="*/ 2210246 h 8230846"/>
              <a:gd name="connsiteX5" fmla="*/ 2210246 w 7843221"/>
              <a:gd name="connsiteY5" fmla="*/ 0 h 823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43221" h="8230846">
                <a:moveTo>
                  <a:pt x="2210246" y="0"/>
                </a:moveTo>
                <a:lnTo>
                  <a:pt x="7843221" y="0"/>
                </a:lnTo>
                <a:lnTo>
                  <a:pt x="7843221" y="6383513"/>
                </a:lnTo>
                <a:lnTo>
                  <a:pt x="6000721" y="8230846"/>
                </a:lnTo>
                <a:lnTo>
                  <a:pt x="0" y="2210246"/>
                </a:lnTo>
                <a:lnTo>
                  <a:pt x="221024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31124D6-84CC-C177-6A25-E4F07FCE9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790264"/>
            <a:ext cx="9352400" cy="19148408"/>
          </a:xfrm>
          <a:custGeom>
            <a:avLst/>
            <a:gdLst>
              <a:gd name="connsiteX0" fmla="*/ 0 w 9352400"/>
              <a:gd name="connsiteY0" fmla="*/ 0 h 19148408"/>
              <a:gd name="connsiteX1" fmla="*/ 9352400 w 9352400"/>
              <a:gd name="connsiteY1" fmla="*/ 9574203 h 19148408"/>
              <a:gd name="connsiteX2" fmla="*/ 0 w 9352400"/>
              <a:gd name="connsiteY2" fmla="*/ 19148408 h 1914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52400" h="19148408">
                <a:moveTo>
                  <a:pt x="0" y="0"/>
                </a:moveTo>
                <a:lnTo>
                  <a:pt x="9352400" y="9574203"/>
                </a:lnTo>
                <a:lnTo>
                  <a:pt x="0" y="191484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E2BD434-6575-450E-A7F3-133E9A44D12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9534551" cy="5174794"/>
          </a:xfrm>
          <a:custGeom>
            <a:avLst/>
            <a:gdLst>
              <a:gd name="connsiteX0" fmla="*/ 0 w 9534551"/>
              <a:gd name="connsiteY0" fmla="*/ 0 h 5123108"/>
              <a:gd name="connsiteX1" fmla="*/ 9534551 w 9534551"/>
              <a:gd name="connsiteY1" fmla="*/ 0 h 5123108"/>
              <a:gd name="connsiteX2" fmla="*/ 4411443 w 9534551"/>
              <a:gd name="connsiteY2" fmla="*/ 5123108 h 5123108"/>
              <a:gd name="connsiteX3" fmla="*/ 0 w 9534551"/>
              <a:gd name="connsiteY3" fmla="*/ 711665 h 512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34551" h="5123108">
                <a:moveTo>
                  <a:pt x="0" y="0"/>
                </a:moveTo>
                <a:lnTo>
                  <a:pt x="9534551" y="0"/>
                </a:lnTo>
                <a:lnTo>
                  <a:pt x="4411443" y="5123108"/>
                </a:lnTo>
                <a:lnTo>
                  <a:pt x="0" y="711665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50000"/>
            </a:schemeClr>
          </a:solidFill>
          <a:ln w="73025">
            <a:noFill/>
          </a:ln>
          <a:effectLst/>
        </p:spPr>
        <p:txBody>
          <a:bodyPr wrap="square" tIns="365760" anchor="t" anchorCtr="0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87E9201-E9D6-420F-967A-35467CBF4A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0" y="1955698"/>
            <a:ext cx="9183978" cy="18801093"/>
          </a:xfrm>
          <a:custGeom>
            <a:avLst/>
            <a:gdLst>
              <a:gd name="connsiteX0" fmla="*/ 9183978 w 9183978"/>
              <a:gd name="connsiteY0" fmla="*/ 0 h 18367955"/>
              <a:gd name="connsiteX1" fmla="*/ 9183978 w 9183978"/>
              <a:gd name="connsiteY1" fmla="*/ 18367955 h 18367955"/>
              <a:gd name="connsiteX2" fmla="*/ 0 w 9183978"/>
              <a:gd name="connsiteY2" fmla="*/ 9183977 h 18367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83978" h="18367955">
                <a:moveTo>
                  <a:pt x="9183978" y="0"/>
                </a:moveTo>
                <a:lnTo>
                  <a:pt x="9183978" y="18367955"/>
                </a:lnTo>
                <a:lnTo>
                  <a:pt x="0" y="9183977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50000"/>
            </a:schemeClr>
          </a:solidFill>
          <a:ln w="73025">
            <a:noFill/>
          </a:ln>
          <a:effectLst/>
        </p:spPr>
        <p:txBody>
          <a:bodyPr wrap="square" tIns="7772400" anchor="t" anchorCtr="0">
            <a:noAutofit/>
          </a:bodyPr>
          <a:lstStyle>
            <a:lvl1pPr marL="0" indent="0" algn="l">
              <a:buNone/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B2AF5FDA-000B-4644-8248-33CBF1217E7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788507" y="3207841"/>
            <a:ext cx="7539532" cy="7539532"/>
          </a:xfrm>
          <a:prstGeom prst="diamond">
            <a:avLst/>
          </a:prstGeom>
          <a:solidFill>
            <a:schemeClr val="tx1">
              <a:lumMod val="25000"/>
              <a:lumOff val="75000"/>
              <a:alpha val="50000"/>
            </a:schemeClr>
          </a:solidFill>
          <a:ln w="73025">
            <a:solidFill>
              <a:schemeClr val="bg1"/>
            </a:solidFill>
          </a:ln>
          <a:effectLst/>
        </p:spPr>
        <p:txBody>
          <a:bodyPr anchor="t" anchorCtr="0"/>
          <a:lstStyle>
            <a:lvl1pPr marL="0" indent="0" algn="ctr">
              <a:buNone/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7263EA9A-DD00-4231-BF00-03BBE045A1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7809" y="12150968"/>
            <a:ext cx="7539532" cy="7539532"/>
          </a:xfrm>
          <a:prstGeom prst="diamond">
            <a:avLst/>
          </a:prstGeom>
          <a:solidFill>
            <a:schemeClr val="tx1">
              <a:lumMod val="25000"/>
              <a:lumOff val="75000"/>
              <a:alpha val="50000"/>
            </a:schemeClr>
          </a:solidFill>
          <a:ln w="73025">
            <a:solidFill>
              <a:schemeClr val="bg1"/>
            </a:solidFill>
          </a:ln>
          <a:effectLst/>
        </p:spPr>
        <p:txBody>
          <a:bodyPr anchor="t" anchorCtr="0"/>
          <a:lstStyle>
            <a:lvl1pPr marL="0" indent="0" algn="ctr">
              <a:buNone/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2DA5970-E8DD-415E-8FEB-C211814CD0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805905" y="0"/>
            <a:ext cx="7653295" cy="8006400"/>
          </a:xfrm>
          <a:custGeom>
            <a:avLst/>
            <a:gdLst>
              <a:gd name="connsiteX0" fmla="*/ 2218560 w 7653295"/>
              <a:gd name="connsiteY0" fmla="*/ 0 h 8037094"/>
              <a:gd name="connsiteX1" fmla="*/ 7653295 w 7653295"/>
              <a:gd name="connsiteY1" fmla="*/ 0 h 8037094"/>
              <a:gd name="connsiteX2" fmla="*/ 7653295 w 7653295"/>
              <a:gd name="connsiteY2" fmla="*/ 6202334 h 8037094"/>
              <a:gd name="connsiteX3" fmla="*/ 5818535 w 7653295"/>
              <a:gd name="connsiteY3" fmla="*/ 8037094 h 8037094"/>
              <a:gd name="connsiteX4" fmla="*/ 0 w 7653295"/>
              <a:gd name="connsiteY4" fmla="*/ 2218560 h 8037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53295" h="8037094">
                <a:moveTo>
                  <a:pt x="2218560" y="0"/>
                </a:moveTo>
                <a:lnTo>
                  <a:pt x="7653295" y="0"/>
                </a:lnTo>
                <a:lnTo>
                  <a:pt x="7653295" y="6202334"/>
                </a:lnTo>
                <a:lnTo>
                  <a:pt x="5818535" y="8037094"/>
                </a:lnTo>
                <a:lnTo>
                  <a:pt x="0" y="2218560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50000"/>
            </a:schemeClr>
          </a:solidFill>
          <a:ln w="73025">
            <a:noFill/>
          </a:ln>
          <a:effectLst/>
        </p:spPr>
        <p:txBody>
          <a:bodyPr wrap="square" tIns="365760" anchor="t" anchorCtr="0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7">
            <a:extLst>
              <a:ext uri="{FF2B5EF4-FFF2-40B4-BE49-F238E27FC236}">
                <a16:creationId xmlns:a16="http://schemas.microsoft.com/office/drawing/2014/main" id="{F2153662-A29C-4576-B6EF-74CD04977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2700000">
            <a:off x="10113676" y="12326849"/>
            <a:ext cx="6684341" cy="2681544"/>
          </a:xfrm>
        </p:spPr>
        <p:txBody>
          <a:bodyPr>
            <a:noAutofit/>
          </a:bodyPr>
          <a:lstStyle>
            <a:lvl1pPr marL="0" indent="0" algn="l">
              <a:buNone/>
              <a:defRPr lang="en-US" sz="9600" b="1" kern="1200" dirty="0">
                <a:ln w="73025"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+mj-lt"/>
                <a:ea typeface="Cambria" panose="02040503050406030204" pitchFamily="18" charset="0"/>
                <a:cs typeface="SpeakPro" panose="020B0504020101020102" pitchFamily="34" charset="0"/>
              </a:defRPr>
            </a:lvl1pPr>
            <a:lvl2pPr marL="457200" indent="0" algn="r">
              <a:buNone/>
              <a:defRPr sz="4500"/>
            </a:lvl2pPr>
            <a:lvl3pPr marL="914400" indent="0" algn="r">
              <a:buNone/>
              <a:defRPr sz="4500"/>
            </a:lvl3pPr>
            <a:lvl4pPr marL="1371600" indent="0" algn="r">
              <a:buNone/>
              <a:defRPr sz="4500"/>
            </a:lvl4pPr>
            <a:lvl5pPr marL="1828800" indent="0" algn="r">
              <a:buNone/>
              <a:defRPr sz="4500"/>
            </a:lvl5pPr>
          </a:lstStyle>
          <a:p>
            <a:pPr lvl="0"/>
            <a:r>
              <a:rPr lang="en-US" dirty="0"/>
              <a:t>FOOD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5AA999A3-AC89-4704-B8E2-A6CE1D00BA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 rot="2700000">
            <a:off x="8764434" y="15181513"/>
            <a:ext cx="6684341" cy="2916397"/>
          </a:xfrm>
        </p:spPr>
        <p:txBody>
          <a:bodyPr>
            <a:normAutofit/>
          </a:bodyPr>
          <a:lstStyle>
            <a:lvl1pPr marL="0" indent="0" algn="l">
              <a:buNone/>
              <a:defRPr lang="en-US" sz="35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r">
              <a:buNone/>
              <a:defRPr sz="4500"/>
            </a:lvl2pPr>
            <a:lvl3pPr marL="914400" indent="0" algn="r">
              <a:buNone/>
              <a:defRPr sz="4500"/>
            </a:lvl3pPr>
            <a:lvl4pPr marL="1371600" indent="0" algn="r">
              <a:buNone/>
              <a:defRPr sz="4500"/>
            </a:lvl4pPr>
            <a:lvl5pPr marL="1828800" indent="0" algn="r">
              <a:buNone/>
              <a:defRPr sz="4500"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C950636-8B6C-48B2-AB27-343A0D810CD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7717" y="19257874"/>
            <a:ext cx="5375452" cy="2687726"/>
          </a:xfrm>
          <a:custGeom>
            <a:avLst/>
            <a:gdLst>
              <a:gd name="connsiteX0" fmla="*/ 2687726 w 5375452"/>
              <a:gd name="connsiteY0" fmla="*/ 0 h 2687726"/>
              <a:gd name="connsiteX1" fmla="*/ 5375452 w 5375452"/>
              <a:gd name="connsiteY1" fmla="*/ 2687726 h 2687726"/>
              <a:gd name="connsiteX2" fmla="*/ 0 w 5375452"/>
              <a:gd name="connsiteY2" fmla="*/ 2687726 h 268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75452" h="2687726">
                <a:moveTo>
                  <a:pt x="2687726" y="0"/>
                </a:moveTo>
                <a:lnTo>
                  <a:pt x="5375452" y="2687726"/>
                </a:lnTo>
                <a:lnTo>
                  <a:pt x="0" y="2687726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50000"/>
            </a:schemeClr>
          </a:solidFill>
          <a:ln w="73025">
            <a:noFill/>
          </a:ln>
          <a:effectLst/>
        </p:spPr>
        <p:txBody>
          <a:bodyPr wrap="square" tIns="731520" anchor="b" anchorCtr="0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E6E774B-5BB4-4FAE-8F86-D3FF047EC5B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7767" y="16621258"/>
            <a:ext cx="7539532" cy="5324342"/>
          </a:xfrm>
          <a:custGeom>
            <a:avLst/>
            <a:gdLst>
              <a:gd name="connsiteX0" fmla="*/ 3769766 w 7539532"/>
              <a:gd name="connsiteY0" fmla="*/ 0 h 5324342"/>
              <a:gd name="connsiteX1" fmla="*/ 7539532 w 7539532"/>
              <a:gd name="connsiteY1" fmla="*/ 3769766 h 5324342"/>
              <a:gd name="connsiteX2" fmla="*/ 5984956 w 7539532"/>
              <a:gd name="connsiteY2" fmla="*/ 5324342 h 5324342"/>
              <a:gd name="connsiteX3" fmla="*/ 1554576 w 7539532"/>
              <a:gd name="connsiteY3" fmla="*/ 5324342 h 5324342"/>
              <a:gd name="connsiteX4" fmla="*/ 0 w 7539532"/>
              <a:gd name="connsiteY4" fmla="*/ 3769766 h 532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9532" h="5324342">
                <a:moveTo>
                  <a:pt x="3769766" y="0"/>
                </a:moveTo>
                <a:lnTo>
                  <a:pt x="7539532" y="3769766"/>
                </a:lnTo>
                <a:lnTo>
                  <a:pt x="5984956" y="5324342"/>
                </a:lnTo>
                <a:lnTo>
                  <a:pt x="1554576" y="5324342"/>
                </a:lnTo>
                <a:lnTo>
                  <a:pt x="0" y="3769766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50000"/>
            </a:schemeClr>
          </a:solidFill>
          <a:ln w="73025">
            <a:noFill/>
          </a:ln>
          <a:effectLst/>
        </p:spPr>
        <p:txBody>
          <a:bodyPr wrap="square" tIns="1828800" anchor="t" anchorCtr="0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0383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EF751C6-DE0E-48B6-A735-2A70A36C06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6459200" cy="21945600"/>
          </a:xfrm>
        </p:spPr>
        <p:txBody>
          <a:bodyPr tIns="457200" anchor="t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64D869-8470-413B-B1AE-BD044E59CE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3815836"/>
            <a:ext cx="16459199" cy="7323221"/>
          </a:xfrm>
          <a:noFill/>
        </p:spPr>
        <p:txBody>
          <a:bodyPr lIns="792000" tIns="180000" rIns="720000" bIns="0" anchor="b" anchorCtr="0">
            <a:normAutofit/>
          </a:bodyPr>
          <a:lstStyle>
            <a:lvl1pPr algn="ctr">
              <a:lnSpc>
                <a:spcPct val="85000"/>
              </a:lnSpc>
              <a:defRPr sz="36800" spc="800" baseline="0">
                <a:ln w="73025">
                  <a:noFill/>
                </a:ln>
                <a:solidFill>
                  <a:schemeClr val="bg1"/>
                </a:solidFill>
                <a:effectLst>
                  <a:outerShdw blurRad="76200" dist="63500" dir="2700000" algn="tl" rotWithShape="0">
                    <a:schemeClr val="tx2">
                      <a:lumMod val="50000"/>
                      <a:alpha val="35000"/>
                    </a:scheme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BAKE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C3F5F91-E9AD-4F2E-B4B1-2545BFBA0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4800" y="1664891"/>
            <a:ext cx="12369600" cy="2012400"/>
          </a:xfrm>
          <a:ln>
            <a:noFill/>
          </a:ln>
        </p:spPr>
        <p:txBody>
          <a:bodyPr lIns="360000" tIns="360000" rIns="360000" bIns="36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800">
                <a:solidFill>
                  <a:schemeClr val="bg2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74D2CD46-7919-46AF-9CFE-600254DC62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3238" y="9823669"/>
            <a:ext cx="14047180" cy="7067698"/>
          </a:xfrm>
          <a:ln>
            <a:noFill/>
          </a:ln>
        </p:spPr>
        <p:txBody>
          <a:bodyPr lIns="360000" tIns="360000" rIns="360000" bIns="36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36800" kern="1200" spc="800" baseline="0" dirty="0">
                <a:ln w="73025">
                  <a:noFill/>
                </a:ln>
                <a:solidFill>
                  <a:schemeClr val="bg1"/>
                </a:solidFill>
                <a:effectLst>
                  <a:outerShdw blurRad="76200" dist="63500" dir="2700000" algn="tl" rotWithShape="0">
                    <a:schemeClr val="tx2">
                      <a:lumMod val="50000"/>
                      <a:alpha val="35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LOVE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1BA23F7F-6A85-4885-AB12-669CC19ABF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37960" y="10014397"/>
            <a:ext cx="3383280" cy="1727173"/>
          </a:xfrm>
          <a:ln>
            <a:noFill/>
          </a:ln>
        </p:spPr>
        <p:txBody>
          <a:bodyPr lIns="360000" tIns="360000" rIns="360000" bIns="36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800">
                <a:solidFill>
                  <a:schemeClr val="bg2"/>
                </a:solidFill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WITH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C168B70-C883-4F02-9AA1-75CEEC6727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8248008"/>
            <a:ext cx="16459200" cy="1904400"/>
          </a:xfrm>
          <a:solidFill>
            <a:schemeClr val="bg2">
              <a:alpha val="40000"/>
            </a:schemeClr>
          </a:solidFill>
          <a:ln>
            <a:noFill/>
          </a:ln>
        </p:spPr>
        <p:txBody>
          <a:bodyPr lIns="360000" tIns="360000" rIns="360000" bIns="1800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6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954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4E2BBE1A-E2CB-4738-8FCA-0978964115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59200" cy="21945600"/>
          </a:xfrm>
          <a:solidFill>
            <a:schemeClr val="tx1">
              <a:lumMod val="50000"/>
              <a:lumOff val="50000"/>
            </a:schemeClr>
          </a:solidFill>
        </p:spPr>
        <p:txBody>
          <a:bodyPr tIns="365760" anchor="t" anchorCtr="0"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6AE27-12F6-41A8-B0AD-5CC29E602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2" y="1634836"/>
            <a:ext cx="14242471" cy="2466112"/>
          </a:xfrm>
          <a:ln w="73025" cap="sq">
            <a:noFill/>
            <a:miter lim="800000"/>
          </a:ln>
        </p:spPr>
        <p:txBody>
          <a:bodyPr lIns="720000" tIns="91440" rIns="720000" bIns="0" anchor="b">
            <a:noAutofit/>
          </a:bodyPr>
          <a:lstStyle>
            <a:lvl1pPr algn="ctr">
              <a:lnSpc>
                <a:spcPct val="85000"/>
              </a:lnSpc>
              <a:defRPr sz="11000" b="1" cap="all" spc="-520" baseline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Good Food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05F61ADD-2C7D-48A7-8AA9-D90598568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212550" y="722678"/>
            <a:ext cx="905711" cy="54843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REC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803D977-5B11-F7B1-A6C4-159B735626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9525" y="4114368"/>
            <a:ext cx="14297025" cy="1385887"/>
          </a:xfrm>
        </p:spPr>
        <p:txBody>
          <a:bodyPr tIns="0">
            <a:noAutofit/>
          </a:bodyPr>
          <a:lstStyle>
            <a:lvl1pPr marL="0" indent="0" algn="ctr">
              <a:buNone/>
              <a:defRPr sz="11000" cap="all" spc="29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Ends with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FEE0DB-4F43-B0EF-EC5B-9FC95FA11E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39525" y="5538246"/>
            <a:ext cx="14297025" cy="1385887"/>
          </a:xfrm>
        </p:spPr>
        <p:txBody>
          <a:bodyPr tIns="0">
            <a:noAutofit/>
          </a:bodyPr>
          <a:lstStyle>
            <a:lvl1pPr marL="0" indent="0" algn="ctr">
              <a:buNone/>
              <a:defRPr sz="11000" cap="all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Good talk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9922BFE-A997-44C5-93B5-DA3F4D7EAC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06933" y="14939632"/>
            <a:ext cx="8045334" cy="4932000"/>
          </a:xfrm>
          <a:solidFill>
            <a:schemeClr val="tx1">
              <a:alpha val="50000"/>
            </a:schemeClr>
          </a:solidFill>
        </p:spPr>
        <p:txBody>
          <a:bodyPr lIns="720000" tIns="457200" rIns="720000" anchor="t" anchorCtr="0">
            <a:noAutofit/>
          </a:bodyPr>
          <a:lstStyle>
            <a:lvl1pPr marL="0" indent="0" algn="ctr">
              <a:buNone/>
              <a:defRPr sz="5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4800">
                <a:solidFill>
                  <a:schemeClr val="bg1"/>
                </a:solidFill>
              </a:defRPr>
            </a:lvl2pPr>
            <a:lvl3pPr marL="914400" indent="0" algn="ctr">
              <a:buNone/>
              <a:defRPr sz="4800">
                <a:solidFill>
                  <a:schemeClr val="bg1"/>
                </a:solidFill>
              </a:defRPr>
            </a:lvl3pPr>
            <a:lvl4pPr marL="1371600" indent="0" algn="ctr">
              <a:buNone/>
              <a:defRPr sz="4800">
                <a:solidFill>
                  <a:schemeClr val="bg1"/>
                </a:solidFill>
              </a:defRPr>
            </a:lvl4pPr>
            <a:lvl5pPr marL="1828800" indent="0" algn="ctr">
              <a:buNone/>
              <a:defRPr sz="4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60">
            <a:extLst>
              <a:ext uri="{FF2B5EF4-FFF2-40B4-BE49-F238E27FC236}">
                <a16:creationId xmlns:a16="http://schemas.microsoft.com/office/drawing/2014/main" id="{40AFF000-A59D-9EE2-AE97-DE36A27ED9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6933" y="18177164"/>
            <a:ext cx="8045334" cy="1694468"/>
          </a:xfrm>
          <a:noFill/>
        </p:spPr>
        <p:txBody>
          <a:bodyPr lIns="720000" tIns="0" rIns="720000" anchor="t" anchorCtr="0">
            <a:noAutofit/>
          </a:bodyPr>
          <a:lstStyle>
            <a:lvl1pPr marL="0" indent="0" algn="ctr">
              <a:buNone/>
              <a:defRPr sz="5000">
                <a:solidFill>
                  <a:schemeClr val="accent6"/>
                </a:solidFill>
                <a:latin typeface="+mn-lt"/>
              </a:defRPr>
            </a:lvl1pPr>
            <a:lvl2pPr marL="457200" indent="0" algn="ctr">
              <a:buNone/>
              <a:defRPr sz="4800">
                <a:solidFill>
                  <a:schemeClr val="bg1"/>
                </a:solidFill>
              </a:defRPr>
            </a:lvl2pPr>
            <a:lvl3pPr marL="914400" indent="0" algn="ctr">
              <a:buNone/>
              <a:defRPr sz="4800">
                <a:solidFill>
                  <a:schemeClr val="bg1"/>
                </a:solidFill>
              </a:defRPr>
            </a:lvl3pPr>
            <a:lvl4pPr marL="1371600" indent="0" algn="ctr">
              <a:buNone/>
              <a:defRPr sz="4800">
                <a:solidFill>
                  <a:schemeClr val="bg1"/>
                </a:solidFill>
              </a:defRPr>
            </a:lvl4pPr>
            <a:lvl5pPr marL="1828800" indent="0" algn="ctr">
              <a:buNone/>
              <a:defRPr sz="4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1272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138E9-1818-440B-BCD8-E0288491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888" y="1168400"/>
            <a:ext cx="14195425" cy="4241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FCCE3-E839-4E61-ADE7-691317C01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8" y="5842000"/>
            <a:ext cx="14195425" cy="13923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0455A-3F59-412F-A7C3-C2B66CD904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1888" y="20340638"/>
            <a:ext cx="3703637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CF338-1477-4B5A-AA4D-20E47BA041C6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6A774-6A13-4D3C-8F29-811FDE24E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51475" y="20340638"/>
            <a:ext cx="555625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B00C-A40D-4C02-B065-F16BB4E3F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3675" y="20340638"/>
            <a:ext cx="3703638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2576E-C3E1-40C4-A054-7F2B363D6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9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B5CD26-244A-4E38-B2F5-796C9F41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888" y="1168400"/>
            <a:ext cx="14195425" cy="4241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E8848-E79B-4042-BE8B-5B5BF0729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8" y="5842000"/>
            <a:ext cx="14195425" cy="13923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E3925-53EA-49CE-8C6F-4D31F5BB8B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1888" y="20340638"/>
            <a:ext cx="3703637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F5333-6182-4AF0-80F0-79A88DB9A79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58385-D464-48C6-8F67-1DA1C3214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51475" y="20340638"/>
            <a:ext cx="555625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4F5EB-7616-4F54-91DF-136FD84FA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3675" y="20340638"/>
            <a:ext cx="3703638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5FADD-DF72-456A-BB7A-878CC9C0C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49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D57E67-F47C-4E3F-9631-9796480C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888" y="1168400"/>
            <a:ext cx="14195425" cy="4241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2ADAB-BF86-43D6-B5E9-C5BCE39E7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8" y="5842000"/>
            <a:ext cx="14195425" cy="13923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36209-D2A9-4851-8ABB-A1DDCAA3A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1888" y="20340638"/>
            <a:ext cx="3703637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36208-A0C7-4B5A-B09A-D663A7DBB8D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EA62E-8D03-4244-832B-20D461EB8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51475" y="20340638"/>
            <a:ext cx="555625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4DF16-4798-48C2-990D-E2D2401C4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3675" y="20340638"/>
            <a:ext cx="3703638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81E0A-DFED-40DF-B828-D756438D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240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6D6324-0890-423A-802B-5EAB8F00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888" y="1168400"/>
            <a:ext cx="14195425" cy="4241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2DE61-2D36-4B85-BA65-09C211C19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8" y="5842000"/>
            <a:ext cx="14195425" cy="13923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57C7C-3A28-4314-BC44-7137A4618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1888" y="20340638"/>
            <a:ext cx="3703637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1C32B-6457-4EFE-B121-E8C99AC9104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AF1F1-9102-4DAB-99B0-9C93188F0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51475" y="20340638"/>
            <a:ext cx="555625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0BFC6-5C2E-4F5B-AEC1-7CEE76945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3675" y="20340638"/>
            <a:ext cx="3703638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0185-2EC8-4572-B7A6-667F1B184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3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sv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0280A4D-614F-0547-C228-DD4F40B2F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6459200" cy="23289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DA797B-89EC-E552-1188-50D762B05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7552570"/>
            <a:ext cx="16459198" cy="32127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459396-3A47-B181-096B-9BA94EB916E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-78060" y="-74151"/>
            <a:ext cx="16459200" cy="231572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091495-DB6C-B4B9-0ECC-00865CA155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2800" l="6302" r="92086">
                        <a14:foregroundMark x1="6302" y1="22600" x2="5776" y2="71933"/>
                        <a14:foregroundMark x1="5776" y1="71933" x2="8927" y2="81667"/>
                        <a14:foregroundMark x1="8927" y1="81667" x2="14216" y2="88000"/>
                        <a14:foregroundMark x1="14216" y1="88000" x2="25169" y2="92400"/>
                        <a14:foregroundMark x1="25169" y1="92400" x2="33158" y2="92467"/>
                        <a14:foregroundMark x1="33158" y1="92467" x2="41598" y2="91667"/>
                        <a14:foregroundMark x1="41598" y1="91667" x2="59752" y2="96133"/>
                        <a14:foregroundMark x1="59752" y1="96133" x2="94786" y2="91333"/>
                        <a14:foregroundMark x1="94786" y1="91333" x2="99625" y2="91333"/>
                        <a14:foregroundMark x1="99625" y1="91333" x2="94411" y2="80333"/>
                        <a14:foregroundMark x1="94411" y1="80333" x2="94936" y2="33067"/>
                        <a14:foregroundMark x1="94936" y1="33067" x2="91748" y2="16133"/>
                        <a14:foregroundMark x1="91748" y1="16133" x2="85034" y2="8467"/>
                        <a14:foregroundMark x1="85034" y1="8467" x2="9565" y2="13333"/>
                        <a14:foregroundMark x1="9565" y1="13333" x2="9265" y2="15000"/>
                        <a14:foregroundMark x1="6452" y1="19467" x2="6302" y2="75267"/>
                        <a14:foregroundMark x1="90623" y1="89067" x2="92123" y2="82400"/>
                        <a14:foregroundMark x1="92123" y1="82400" x2="91935" y2="44467"/>
                        <a14:foregroundMark x1="27119" y1="89800" x2="42836" y2="92267"/>
                        <a14:foregroundMark x1="42836" y1="92267" x2="56789" y2="91533"/>
                        <a14:foregroundMark x1="56789" y1="91533" x2="67292" y2="92800"/>
                        <a14:foregroundMark x1="33383" y1="86267" x2="38972" y2="85667"/>
                        <a14:foregroundMark x1="38972" y1="85667" x2="50788" y2="86467"/>
                        <a14:foregroundMark x1="50788" y1="86467" x2="59865" y2="86067"/>
                        <a14:foregroundMark x1="59865" y1="86067" x2="64591" y2="87333"/>
                        <a14:foregroundMark x1="64591" y1="87333" x2="65304" y2="87000"/>
                        <a14:foregroundMark x1="60878" y1="87000" x2="60878" y2="87000"/>
                        <a14:foregroundMark x1="60878" y1="87000" x2="73256" y2="86533"/>
                        <a14:foregroundMark x1="73256" y1="86533" x2="73256" y2="86533"/>
                        <a14:backgroundMark x1="14441" y1="26000" x2="14441" y2="26000"/>
                        <a14:backgroundMark x1="14441" y1="26000" x2="36534" y2="57867"/>
                        <a14:backgroundMark x1="36534" y1="57867" x2="45986" y2="53600"/>
                        <a14:backgroundMark x1="45986" y1="53600" x2="46062" y2="53600"/>
                        <a14:backgroundMark x1="56189" y1="93533" x2="56189" y2="935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094273">
            <a:off x="1789069" y="846745"/>
            <a:ext cx="12925352" cy="4889053"/>
          </a:xfrm>
          <a:prstGeom prst="rect">
            <a:avLst/>
          </a:prstGeom>
          <a:ln>
            <a:solidFill>
              <a:srgbClr val="0070C0"/>
            </a:solidFill>
          </a:ln>
          <a:effectLst>
            <a:glow rad="228600">
              <a:srgbClr val="0070C0">
                <a:alpha val="4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  <a:softEdge rad="3175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3FC59A-1172-2A44-3AA0-12C8E5CF9414}"/>
              </a:ext>
            </a:extLst>
          </p:cNvPr>
          <p:cNvSpPr/>
          <p:nvPr/>
        </p:nvSpPr>
        <p:spPr>
          <a:xfrm rot="21099855">
            <a:off x="2360063" y="2335782"/>
            <a:ext cx="11968124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500" b="1" cap="none" spc="0" dirty="0">
                <a:ln w="22225">
                  <a:solidFill>
                    <a:srgbClr val="115389"/>
                  </a:solidFill>
                  <a:prstDash val="solid"/>
                </a:ln>
                <a:solidFill>
                  <a:srgbClr val="1DCFFF"/>
                </a:solidFill>
                <a:effectLst>
                  <a:glow rad="228600">
                    <a:srgbClr val="4BDEFF"/>
                  </a:glow>
                </a:effectLst>
                <a:latin typeface="Castellar" panose="020A0402060406010301" pitchFamily="18" charset="0"/>
              </a:rPr>
              <a:t>IT FEST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089C59-BC0F-3D4F-5C6C-83CCA4C691AF}"/>
              </a:ext>
            </a:extLst>
          </p:cNvPr>
          <p:cNvSpPr/>
          <p:nvPr/>
        </p:nvSpPr>
        <p:spPr>
          <a:xfrm>
            <a:off x="2173781" y="6844243"/>
            <a:ext cx="128291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>
                  <a:solidFill>
                    <a:srgbClr val="4BDEFF"/>
                  </a:solidFill>
                </a:ln>
                <a:solidFill>
                  <a:srgbClr val="1DCFFF"/>
                </a:solidFill>
                <a:latin typeface="Castellar" panose="020A0402060406010301" pitchFamily="18" charset="0"/>
              </a:rPr>
              <a:t>CODE         CREATE       COMPETE</a:t>
            </a:r>
            <a:endParaRPr lang="en-US" sz="5400" b="1" cap="none" spc="0" dirty="0">
              <a:ln>
                <a:solidFill>
                  <a:srgbClr val="4BDEFF"/>
                </a:solidFill>
              </a:ln>
              <a:solidFill>
                <a:srgbClr val="1DCFFF"/>
              </a:solidFill>
              <a:effectLst/>
              <a:latin typeface="Castellar" panose="020A0402060406010301" pitchFamily="18" charset="0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5258403-885D-30F6-0AC1-62CDD44AD20F}"/>
              </a:ext>
            </a:extLst>
          </p:cNvPr>
          <p:cNvSpPr/>
          <p:nvPr/>
        </p:nvSpPr>
        <p:spPr>
          <a:xfrm>
            <a:off x="5394960" y="7123028"/>
            <a:ext cx="487680" cy="48768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EBB5A2E-5D48-3CD4-EFCA-31C5CAE9EB7D}"/>
              </a:ext>
            </a:extLst>
          </p:cNvPr>
          <p:cNvSpPr/>
          <p:nvPr/>
        </p:nvSpPr>
        <p:spPr>
          <a:xfrm>
            <a:off x="10332722" y="7036053"/>
            <a:ext cx="487680" cy="48768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D0116C-A341-5081-4582-C8C6759074AE}"/>
              </a:ext>
            </a:extLst>
          </p:cNvPr>
          <p:cNvSpPr txBox="1"/>
          <p:nvPr/>
        </p:nvSpPr>
        <p:spPr>
          <a:xfrm>
            <a:off x="1219200" y="8656320"/>
            <a:ext cx="135023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spc="300" dirty="0">
                <a:solidFill>
                  <a:srgbClr val="4BDEFF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All students  of the department are invited!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5DD6D61-D185-B39E-1792-BFAF6BDA9FDA}"/>
              </a:ext>
            </a:extLst>
          </p:cNvPr>
          <p:cNvSpPr/>
          <p:nvPr/>
        </p:nvSpPr>
        <p:spPr>
          <a:xfrm>
            <a:off x="12312846" y="10126205"/>
            <a:ext cx="1842455" cy="1517153"/>
          </a:xfrm>
          <a:prstGeom prst="roundRect">
            <a:avLst/>
          </a:prstGeom>
          <a:noFill/>
          <a:ln w="38100">
            <a:solidFill>
              <a:srgbClr val="4BD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5B7A8CC-C5D7-5490-D1CB-D1BECC49BE7B}"/>
              </a:ext>
            </a:extLst>
          </p:cNvPr>
          <p:cNvSpPr/>
          <p:nvPr/>
        </p:nvSpPr>
        <p:spPr>
          <a:xfrm>
            <a:off x="8887955" y="10126205"/>
            <a:ext cx="1842455" cy="1517153"/>
          </a:xfrm>
          <a:prstGeom prst="roundRect">
            <a:avLst/>
          </a:prstGeom>
          <a:noFill/>
          <a:ln w="38100">
            <a:solidFill>
              <a:srgbClr val="4BD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97E4A0F-933D-2FB5-4908-D86B4CCE0F64}"/>
              </a:ext>
            </a:extLst>
          </p:cNvPr>
          <p:cNvSpPr/>
          <p:nvPr/>
        </p:nvSpPr>
        <p:spPr>
          <a:xfrm>
            <a:off x="5382029" y="10126206"/>
            <a:ext cx="1842455" cy="1517153"/>
          </a:xfrm>
          <a:prstGeom prst="roundRect">
            <a:avLst/>
          </a:prstGeom>
          <a:noFill/>
          <a:ln w="38100">
            <a:solidFill>
              <a:srgbClr val="4BD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1A4D75C-34D3-CC09-7599-E22E5466B679}"/>
              </a:ext>
            </a:extLst>
          </p:cNvPr>
          <p:cNvSpPr/>
          <p:nvPr/>
        </p:nvSpPr>
        <p:spPr>
          <a:xfrm>
            <a:off x="1876105" y="10126207"/>
            <a:ext cx="1842455" cy="1517153"/>
          </a:xfrm>
          <a:prstGeom prst="roundRect">
            <a:avLst/>
          </a:prstGeom>
          <a:noFill/>
          <a:ln w="38100">
            <a:solidFill>
              <a:srgbClr val="4BD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B20048-3945-21F4-C585-59EDFAD7F54D}"/>
              </a:ext>
            </a:extLst>
          </p:cNvPr>
          <p:cNvSpPr txBox="1"/>
          <p:nvPr/>
        </p:nvSpPr>
        <p:spPr>
          <a:xfrm>
            <a:off x="2148114" y="10376064"/>
            <a:ext cx="1298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rgbClr val="4BDEFF"/>
                </a:solidFill>
              </a:rPr>
              <a:t>&lt;/&gt;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6F4DAC-40C3-AB1C-8677-0E93807D41A1}"/>
              </a:ext>
            </a:extLst>
          </p:cNvPr>
          <p:cNvSpPr txBox="1"/>
          <p:nvPr/>
        </p:nvSpPr>
        <p:spPr>
          <a:xfrm>
            <a:off x="5671589" y="10324277"/>
            <a:ext cx="1298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rgbClr val="4BDEFF"/>
                </a:solidFill>
              </a:rPr>
              <a:t>?</a:t>
            </a:r>
          </a:p>
        </p:txBody>
      </p:sp>
      <p:pic>
        <p:nvPicPr>
          <p:cNvPr id="33" name="Graphic 32" descr="Internet with solid fill">
            <a:extLst>
              <a:ext uri="{FF2B5EF4-FFF2-40B4-BE49-F238E27FC236}">
                <a16:creationId xmlns:a16="http://schemas.microsoft.com/office/drawing/2014/main" id="{88BD742D-EC98-D635-A6F7-DBC6B3B1BA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5087" y="10220686"/>
            <a:ext cx="1328190" cy="1328190"/>
          </a:xfrm>
          <a:prstGeom prst="rect">
            <a:avLst/>
          </a:prstGeom>
        </p:spPr>
      </p:pic>
      <p:pic>
        <p:nvPicPr>
          <p:cNvPr id="35" name="Graphic 34" descr="Game controller with solid fill">
            <a:extLst>
              <a:ext uri="{FF2B5EF4-FFF2-40B4-BE49-F238E27FC236}">
                <a16:creationId xmlns:a16="http://schemas.microsoft.com/office/drawing/2014/main" id="{9BA41122-388C-57EB-1BA9-C2BB1ACF73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06514" y="10272832"/>
            <a:ext cx="1106767" cy="110676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BBAF026-F38A-E856-C899-CB3D50DA180D}"/>
              </a:ext>
            </a:extLst>
          </p:cNvPr>
          <p:cNvSpPr txBox="1"/>
          <p:nvPr/>
        </p:nvSpPr>
        <p:spPr>
          <a:xfrm>
            <a:off x="2010954" y="11987169"/>
            <a:ext cx="1707606" cy="830997"/>
          </a:xfrm>
          <a:prstGeom prst="rect">
            <a:avLst/>
          </a:prstGeom>
          <a:noFill/>
          <a:ln>
            <a:solidFill>
              <a:srgbClr val="1DC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4BDE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Coding contest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32343A-D2CF-964F-0830-AD7D403E1CD7}"/>
              </a:ext>
            </a:extLst>
          </p:cNvPr>
          <p:cNvSpPr txBox="1"/>
          <p:nvPr/>
        </p:nvSpPr>
        <p:spPr>
          <a:xfrm>
            <a:off x="5449453" y="11915619"/>
            <a:ext cx="1707606" cy="954107"/>
          </a:xfrm>
          <a:prstGeom prst="rect">
            <a:avLst/>
          </a:prstGeom>
          <a:noFill/>
          <a:ln>
            <a:solidFill>
              <a:srgbClr val="1DC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4BDE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Tech Quiz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AD330D-8134-ACB5-43CA-C62EC1F8FC13}"/>
              </a:ext>
            </a:extLst>
          </p:cNvPr>
          <p:cNvSpPr txBox="1"/>
          <p:nvPr/>
        </p:nvSpPr>
        <p:spPr>
          <a:xfrm>
            <a:off x="9022804" y="12018458"/>
            <a:ext cx="1707606" cy="830997"/>
          </a:xfrm>
          <a:prstGeom prst="rect">
            <a:avLst/>
          </a:prstGeom>
          <a:noFill/>
          <a:ln>
            <a:solidFill>
              <a:srgbClr val="1DC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4BDE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Web Design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860AB3-DD7E-9C9B-B873-27A9A6EBA789}"/>
              </a:ext>
            </a:extLst>
          </p:cNvPr>
          <p:cNvSpPr txBox="1"/>
          <p:nvPr/>
        </p:nvSpPr>
        <p:spPr>
          <a:xfrm>
            <a:off x="12380270" y="12013770"/>
            <a:ext cx="1707606" cy="584775"/>
          </a:xfrm>
          <a:prstGeom prst="rect">
            <a:avLst/>
          </a:prstGeom>
          <a:noFill/>
          <a:ln>
            <a:solidFill>
              <a:srgbClr val="1DCFFF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solidFill>
                  <a:srgbClr val="4BDE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Gaming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3B424E8-2A24-65B3-540A-19B58FEA36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17931892"/>
            <a:ext cx="16459198" cy="2583165"/>
          </a:xfrm>
          <a:prstGeom prst="rect">
            <a:avLst/>
          </a:prstGeom>
        </p:spPr>
      </p:pic>
      <p:pic>
        <p:nvPicPr>
          <p:cNvPr id="47" name="Graphic 46" descr="Marker with solid fill">
            <a:extLst>
              <a:ext uri="{FF2B5EF4-FFF2-40B4-BE49-F238E27FC236}">
                <a16:creationId xmlns:a16="http://schemas.microsoft.com/office/drawing/2014/main" id="{DC5A4EBA-01C2-47A5-B2AC-433873E0EA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30350" y="14448913"/>
            <a:ext cx="1128677" cy="1128677"/>
          </a:xfrm>
          <a:prstGeom prst="rect">
            <a:avLst/>
          </a:prstGeom>
        </p:spPr>
      </p:pic>
      <p:pic>
        <p:nvPicPr>
          <p:cNvPr id="49" name="Graphic 48" descr="Daily calendar with solid fill">
            <a:extLst>
              <a:ext uri="{FF2B5EF4-FFF2-40B4-BE49-F238E27FC236}">
                <a16:creationId xmlns:a16="http://schemas.microsoft.com/office/drawing/2014/main" id="{52A4F582-2860-5A79-157E-4395E1E1FE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15131" y="14448913"/>
            <a:ext cx="1128678" cy="1128678"/>
          </a:xfrm>
          <a:prstGeom prst="rect">
            <a:avLst/>
          </a:prstGeom>
        </p:spPr>
      </p:pic>
      <p:pic>
        <p:nvPicPr>
          <p:cNvPr id="51" name="Graphic 50" descr="Stopwatch with solid fill">
            <a:extLst>
              <a:ext uri="{FF2B5EF4-FFF2-40B4-BE49-F238E27FC236}">
                <a16:creationId xmlns:a16="http://schemas.microsoft.com/office/drawing/2014/main" id="{647467B0-A191-4F98-D8EF-A7DA800C3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903661" y="14441342"/>
            <a:ext cx="1128677" cy="112867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BD0D90D-183D-C9E5-46B9-8C42BCEF80D9}"/>
              </a:ext>
            </a:extLst>
          </p:cNvPr>
          <p:cNvSpPr txBox="1"/>
          <p:nvPr/>
        </p:nvSpPr>
        <p:spPr>
          <a:xfrm>
            <a:off x="4784997" y="14613286"/>
            <a:ext cx="170760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4BDE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Date</a:t>
            </a:r>
            <a:endParaRPr lang="en-IN" sz="4000" b="1" dirty="0">
              <a:solidFill>
                <a:srgbClr val="4BDE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1C792B4-6F1C-85BD-FC08-C79EF2FCA520}"/>
              </a:ext>
            </a:extLst>
          </p:cNvPr>
          <p:cNvSpPr txBox="1"/>
          <p:nvPr/>
        </p:nvSpPr>
        <p:spPr>
          <a:xfrm>
            <a:off x="8173656" y="14693892"/>
            <a:ext cx="1707606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4BDE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Venu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E80F11-A443-0415-3771-0E72D79BCD0F}"/>
              </a:ext>
            </a:extLst>
          </p:cNvPr>
          <p:cNvSpPr txBox="1"/>
          <p:nvPr/>
        </p:nvSpPr>
        <p:spPr>
          <a:xfrm>
            <a:off x="11931788" y="14651737"/>
            <a:ext cx="1707606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4BDE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</a:p>
        </p:txBody>
      </p:sp>
      <p:sp>
        <p:nvSpPr>
          <p:cNvPr id="60" name="Minus Sign 59">
            <a:extLst>
              <a:ext uri="{FF2B5EF4-FFF2-40B4-BE49-F238E27FC236}">
                <a16:creationId xmlns:a16="http://schemas.microsoft.com/office/drawing/2014/main" id="{7A9281FD-C29E-9835-DBAE-EBDAB7475BE8}"/>
              </a:ext>
            </a:extLst>
          </p:cNvPr>
          <p:cNvSpPr/>
          <p:nvPr/>
        </p:nvSpPr>
        <p:spPr>
          <a:xfrm>
            <a:off x="6806485" y="12477123"/>
            <a:ext cx="204425" cy="5014721"/>
          </a:xfrm>
          <a:prstGeom prst="mathMinus">
            <a:avLst/>
          </a:prstGeom>
          <a:solidFill>
            <a:srgbClr val="4BDEFF"/>
          </a:solidFill>
          <a:ln>
            <a:solidFill>
              <a:srgbClr val="4BD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4BDEFF"/>
                </a:solidFill>
              </a:ln>
              <a:solidFill>
                <a:srgbClr val="1DCFFF"/>
              </a:solidFill>
            </a:endParaRPr>
          </a:p>
        </p:txBody>
      </p:sp>
      <p:sp>
        <p:nvSpPr>
          <p:cNvPr id="62" name="Minus Sign 61">
            <a:extLst>
              <a:ext uri="{FF2B5EF4-FFF2-40B4-BE49-F238E27FC236}">
                <a16:creationId xmlns:a16="http://schemas.microsoft.com/office/drawing/2014/main" id="{2F1D5CD0-03A1-2777-5D24-F5AEEBE02970}"/>
              </a:ext>
            </a:extLst>
          </p:cNvPr>
          <p:cNvSpPr/>
          <p:nvPr/>
        </p:nvSpPr>
        <p:spPr>
          <a:xfrm>
            <a:off x="10082960" y="12477123"/>
            <a:ext cx="204425" cy="5014721"/>
          </a:xfrm>
          <a:prstGeom prst="mathMinus">
            <a:avLst/>
          </a:prstGeom>
          <a:solidFill>
            <a:srgbClr val="4BDEFF"/>
          </a:solidFill>
          <a:ln>
            <a:solidFill>
              <a:srgbClr val="4BD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4BDEFF"/>
                </a:solidFill>
              </a:ln>
              <a:solidFill>
                <a:srgbClr val="1DC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591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Poster 2">
      <a:dk1>
        <a:sysClr val="windowText" lastClr="000000"/>
      </a:dk1>
      <a:lt1>
        <a:sysClr val="window" lastClr="FFFFFF"/>
      </a:lt1>
      <a:dk2>
        <a:srgbClr val="282C29"/>
      </a:dk2>
      <a:lt2>
        <a:srgbClr val="8F8F83"/>
      </a:lt2>
      <a:accent1>
        <a:srgbClr val="AAABBC"/>
      </a:accent1>
      <a:accent2>
        <a:srgbClr val="8FCB9B"/>
      </a:accent2>
      <a:accent3>
        <a:srgbClr val="EAE6E3"/>
      </a:accent3>
      <a:accent4>
        <a:srgbClr val="775253"/>
      </a:accent4>
      <a:accent5>
        <a:srgbClr val="73C2BE"/>
      </a:accent5>
      <a:accent6>
        <a:srgbClr val="EEB902"/>
      </a:accent6>
      <a:hlink>
        <a:srgbClr val="FFFFFF"/>
      </a:hlink>
      <a:folHlink>
        <a:srgbClr val="FFFFFF"/>
      </a:folHlink>
    </a:clrScheme>
    <a:fontScheme name="Custom 3">
      <a:majorFont>
        <a:latin typeface="Rockwell Nova"/>
        <a:ea typeface=""/>
        <a:cs typeface=""/>
      </a:majorFont>
      <a:minorFont>
        <a:latin typeface="Speak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177_Food and cooking posters_win32_SL_V2" id="{10A791EF-F21B-4DF8-9047-1BD9B45775EE}" vid="{D3A098FD-F36A-46F6-8896-7EEF223F747C}"/>
    </a:ext>
  </a:extLst>
</a:theme>
</file>

<file path=ppt/theme/theme2.xml><?xml version="1.0" encoding="utf-8"?>
<a:theme xmlns:a="http://schemas.openxmlformats.org/drawingml/2006/main" name="Custom Design 2">
  <a:themeElements>
    <a:clrScheme name="Food 2">
      <a:dk1>
        <a:srgbClr val="111111"/>
      </a:dk1>
      <a:lt1>
        <a:srgbClr val="FFFFFF"/>
      </a:lt1>
      <a:dk2>
        <a:srgbClr val="499D57"/>
      </a:dk2>
      <a:lt2>
        <a:srgbClr val="84441E"/>
      </a:lt2>
      <a:accent1>
        <a:srgbClr val="89909F"/>
      </a:accent1>
      <a:accent2>
        <a:srgbClr val="E9D985"/>
      </a:accent2>
      <a:accent3>
        <a:srgbClr val="82D4BB"/>
      </a:accent3>
      <a:accent4>
        <a:srgbClr val="57C1FF"/>
      </a:accent4>
      <a:accent5>
        <a:srgbClr val="9BE564"/>
      </a:accent5>
      <a:accent6>
        <a:srgbClr val="EBBAB9"/>
      </a:accent6>
      <a:hlink>
        <a:srgbClr val="84441E"/>
      </a:hlink>
      <a:folHlink>
        <a:srgbClr val="84441E"/>
      </a:folHlink>
    </a:clrScheme>
    <a:fontScheme name="Custom 6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177_Food and cooking posters_win32_SL_V2" id="{10A791EF-F21B-4DF8-9047-1BD9B45775EE}" vid="{F0120BD3-0BBE-45A1-BB82-D848564F2E7F}"/>
    </a:ext>
  </a:extLst>
</a:theme>
</file>

<file path=ppt/theme/theme3.xml><?xml version="1.0" encoding="utf-8"?>
<a:theme xmlns:a="http://schemas.openxmlformats.org/drawingml/2006/main" name="Custom Design 3">
  <a:themeElements>
    <a:clrScheme name="Food 3">
      <a:dk1>
        <a:sysClr val="windowText" lastClr="000000"/>
      </a:dk1>
      <a:lt1>
        <a:sysClr val="window" lastClr="FFFFFF"/>
      </a:lt1>
      <a:dk2>
        <a:srgbClr val="F2ACAC"/>
      </a:dk2>
      <a:lt2>
        <a:srgbClr val="7F0037"/>
      </a:lt2>
      <a:accent1>
        <a:srgbClr val="69C4BB"/>
      </a:accent1>
      <a:accent2>
        <a:srgbClr val="98C1D9"/>
      </a:accent2>
      <a:accent3>
        <a:srgbClr val="F2F79E"/>
      </a:accent3>
      <a:accent4>
        <a:srgbClr val="6C698D"/>
      </a:accent4>
      <a:accent5>
        <a:srgbClr val="504746"/>
      </a:accent5>
      <a:accent6>
        <a:srgbClr val="B89685"/>
      </a:accent6>
      <a:hlink>
        <a:srgbClr val="FFFFFF"/>
      </a:hlink>
      <a:folHlink>
        <a:srgbClr val="FFFFFF"/>
      </a:folHlink>
    </a:clrScheme>
    <a:fontScheme name="Custom 6">
      <a:majorFont>
        <a:latin typeface="Palatino Linotype"/>
        <a:ea typeface=""/>
        <a:cs typeface=""/>
      </a:majorFont>
      <a:minorFont>
        <a:latin typeface="Constant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45439177_Food and cooking posters_win32_SL_V2" id="{10A791EF-F21B-4DF8-9047-1BD9B45775EE}" vid="{0C5C428E-4815-4FD4-9ECD-BE1EA8FE9392}"/>
    </a:ext>
  </a:extLst>
</a:theme>
</file>

<file path=ppt/theme/theme4.xml><?xml version="1.0" encoding="utf-8"?>
<a:theme xmlns:a="http://schemas.openxmlformats.org/drawingml/2006/main" name="Custom Design 4">
  <a:themeElements>
    <a:clrScheme name="Food 4">
      <a:dk1>
        <a:sysClr val="windowText" lastClr="000000"/>
      </a:dk1>
      <a:lt1>
        <a:srgbClr val="FFFFFF"/>
      </a:lt1>
      <a:dk2>
        <a:srgbClr val="9BA7C0"/>
      </a:dk2>
      <a:lt2>
        <a:srgbClr val="F5CAC3"/>
      </a:lt2>
      <a:accent1>
        <a:srgbClr val="341431"/>
      </a:accent1>
      <a:accent2>
        <a:srgbClr val="B8336A"/>
      </a:accent2>
      <a:accent3>
        <a:srgbClr val="142F5C"/>
      </a:accent3>
      <a:accent4>
        <a:srgbClr val="FFC000"/>
      </a:accent4>
      <a:accent5>
        <a:srgbClr val="423B0B"/>
      </a:accent5>
      <a:accent6>
        <a:srgbClr val="92D050"/>
      </a:accent6>
      <a:hlink>
        <a:srgbClr val="FFFFFF"/>
      </a:hlink>
      <a:folHlink>
        <a:srgbClr val="FFFFFF"/>
      </a:folHlink>
    </a:clrScheme>
    <a:fontScheme name="Custom 7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177_Food and cooking posters_win32_SL_V2" id="{10A791EF-F21B-4DF8-9047-1BD9B45775EE}" vid="{C501706F-DD01-43C0-B244-B015CEDA67C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F2813D7-A14D-4D62-8268-CA6DD04BD1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3DB3CD-513B-44A0-B816-6D297CBA55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07AA30-9C37-4AE5-B627-31347F69EAA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Food and cooking posters</Template>
  <TotalTime>118</TotalTime>
  <Words>27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7" baseType="lpstr">
      <vt:lpstr>Aparajita</vt:lpstr>
      <vt:lpstr>Arial</vt:lpstr>
      <vt:lpstr>Arial Nova</vt:lpstr>
      <vt:lpstr>Arial Nova Light</vt:lpstr>
      <vt:lpstr>Avenir Next</vt:lpstr>
      <vt:lpstr>Calibri</vt:lpstr>
      <vt:lpstr>Cambria</vt:lpstr>
      <vt:lpstr>Castellar</vt:lpstr>
      <vt:lpstr>Constantia</vt:lpstr>
      <vt:lpstr>Palatino Linotype</vt:lpstr>
      <vt:lpstr>Rockwell Nova</vt:lpstr>
      <vt:lpstr>Speak Pro</vt:lpstr>
      <vt:lpstr>Custom Design</vt:lpstr>
      <vt:lpstr>Custom Design 2</vt:lpstr>
      <vt:lpstr>Custom Design 3</vt:lpstr>
      <vt:lpstr>Custom Design 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Maurya</dc:creator>
  <cp:lastModifiedBy>Ankita Maurya</cp:lastModifiedBy>
  <cp:revision>4</cp:revision>
  <dcterms:created xsi:type="dcterms:W3CDTF">2026-08-19T18:07:23Z</dcterms:created>
  <dcterms:modified xsi:type="dcterms:W3CDTF">2026-08-21T10:59:22Z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
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32041D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19FB11-5681-4214-A3B6-719C79D80A36}" v="15" dt="2026-08-18T13:50:42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a Maurya" userId="b6156e6d6a93d239" providerId="LiveId" clId="{6CA817AD-5DC8-4262-B43A-CFE7DA2EDC80}"/>
    <pc:docChg chg="undo custSel modSld">
      <pc:chgData name="Ankita Maurya" userId="b6156e6d6a93d239" providerId="LiveId" clId="{6CA817AD-5DC8-4262-B43A-CFE7DA2EDC80}" dt="2026-08-18T13:50:42.925" v="28"/>
      <pc:docMkLst>
        <pc:docMk/>
      </pc:docMkLst>
      <pc:sldChg chg="addSp modSp mod modTransition modAnim">
        <pc:chgData name="Ankita Maurya" userId="b6156e6d6a93d239" providerId="LiveId" clId="{6CA817AD-5DC8-4262-B43A-CFE7DA2EDC80}" dt="2026-08-18T13:50:42.925" v="28"/>
        <pc:sldMkLst>
          <pc:docMk/>
          <pc:sldMk cId="2852743510" sldId="256"/>
        </pc:sldMkLst>
        <pc:spChg chg="mod">
          <ac:chgData name="Ankita Maurya" userId="b6156e6d6a93d239" providerId="LiveId" clId="{6CA817AD-5DC8-4262-B43A-CFE7DA2EDC80}" dt="2026-08-18T13:48:39.381" v="24" actId="1076"/>
          <ac:spMkLst>
            <pc:docMk/>
            <pc:sldMk cId="2852743510" sldId="256"/>
            <ac:spMk id="16" creationId="{2D3D2C1D-282E-FDC7-EAEE-565C950A2FAA}"/>
          </ac:spMkLst>
        </pc:spChg>
        <pc:picChg chg="add mod">
          <ac:chgData name="Ankita Maurya" userId="b6156e6d6a93d239" providerId="LiveId" clId="{6CA817AD-5DC8-4262-B43A-CFE7DA2EDC80}" dt="2026-08-18T13:48:51.518" v="27" actId="1076"/>
          <ac:picMkLst>
            <pc:docMk/>
            <pc:sldMk cId="2852743510" sldId="256"/>
            <ac:picMk id="3" creationId="{A84635F8-24D0-DA2A-B621-FB04FCF0E29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47561-72B8-4C87-B513-8DA7A0C420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47B93-2BEB-409F-8369-D41814AF1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4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53A5F-CFDA-F174-FC02-E0C89982A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C9913-11F9-604D-A2C0-7B5291243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88DF9-EDF7-9294-5D48-87FD59D81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7D95-2AF7-4BDD-9B4F-FE5D5D7E083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AD03C-A04D-9191-6649-A5D5D1F5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82291-CCBF-1E50-344F-6E9604B3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0684-73AF-497E-8467-A067F259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2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029A-97AF-93B0-6A9A-B739C669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7A930-EED6-E5B2-D415-88E6B14B3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887E5-BFC8-68F7-1304-FEE4E51A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7D95-2AF7-4BDD-9B4F-FE5D5D7E083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D2DEF-FEB3-C1B0-6099-1A7C9108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5598B-68E7-3817-6C77-01A5BB79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0684-73AF-497E-8467-A067F259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384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2479-D52D-271F-E121-A507DDCE0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C9AFA-1837-7DE6-C8A0-8F18C1A0F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F1040-CB26-1568-DACC-A28210A9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7D95-2AF7-4BDD-9B4F-FE5D5D7E083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86CCC-0823-BD31-9D46-C073F8228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3062D-264C-1CB5-5203-3B3809C1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0684-73AF-497E-8467-A067F259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109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DD45F-D5BC-7230-7284-E3C19026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D6354-6C4A-8DFF-16F0-9B01BBC9E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D0D1D-20F4-2B7E-B5F3-CB873B453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D2CE3-3EF0-07DE-4A12-859C5F52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7D95-2AF7-4BDD-9B4F-FE5D5D7E083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C4727-BB1F-07A5-3738-E393A045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F6CB7-9763-6685-2357-BB778BF5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0684-73AF-497E-8467-A067F259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9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5E8EA-D452-392A-B215-0E1722B8F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3BD63-D09D-2F7D-FAEE-1D7F54ACE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D8952-0452-144B-9F3D-40CB0D5D5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CBDAF-42FA-1DB9-9F30-33394562E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4EEB3-4DCB-2187-2EE8-F9B0E5543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845A1-50F4-CC56-698C-BB3476ACB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7D95-2AF7-4BDD-9B4F-FE5D5D7E083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2B2B1-4385-D8BD-915C-2D6A1B78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C334B2-B40A-EA24-6316-DD2CEECA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0684-73AF-497E-8467-A067F259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124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AFD1-C5E8-350B-2E4F-1C333ADCF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7ADA5-3420-CF7D-480A-472690C9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7D95-2AF7-4BDD-9B4F-FE5D5D7E083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94375-C0DC-8AC3-3888-16371DA42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AAD21-BEB0-0A01-B338-3152CCD2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0684-73AF-497E-8467-A067F259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804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7EC526-0D9B-229F-5035-1E4E7BFC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7D95-2AF7-4BDD-9B4F-FE5D5D7E083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50CFD-E1B4-52D9-1716-4DBECF78B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A9E13-9BA4-1EB7-BD96-A20C289F1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0684-73AF-497E-8467-A067F259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617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E2FD-18AF-2E48-792E-D2DEDB9D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C4426-27B8-4B40-A7F8-121E52DFC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9892A-07F8-57D2-7ADA-92E1680C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9384E-786A-42B4-0C1D-35AC44F7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7D95-2AF7-4BDD-9B4F-FE5D5D7E083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A5DB5-B068-BDEA-BA28-38EE9A91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E9009-F2DA-00D9-5244-1FBAB114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0684-73AF-497E-8467-A067F259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03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19905-0042-B61A-1086-1849A10F5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BDED5D-95C6-BD33-B05A-36947F7D5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CC97D-5CC3-1D40-61E0-7C241341F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0908F-DA5C-2107-BF10-044F28AD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7D95-2AF7-4BDD-9B4F-FE5D5D7E083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0A744-9EF3-842E-C46E-6B501B18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34F9D-A212-70E4-2C59-4ACC350C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0684-73AF-497E-8467-A067F259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52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8396-3CEC-DE2A-FFC8-7FF16490F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F2A76-B11D-55FF-568E-A7A543E5F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F8AA-E8E9-FC4B-091E-A4D8FC5A6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7D95-2AF7-4BDD-9B4F-FE5D5D7E083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4D1FB-01BC-5BCD-5C21-9E5213E35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D2326-FC3A-FEC0-7F23-236046A6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0684-73AF-497E-8467-A067F259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731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A0D0CD-FC6E-F1C1-9FA1-30BBA54B0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A9F3BA-C92C-82EB-2E60-2310D7BE0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D246D-07C3-C4A6-842F-E485F279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A7D95-2AF7-4BDD-9B4F-FE5D5D7E083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801B7-1851-9B9D-DF17-A93CFC37A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72C1-A531-7920-E822-E8D94342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60684-73AF-497E-8467-A067F259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21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C00601-812D-3921-19FE-54B16644E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A5960-781B-BFD2-0D47-DC0B6C95C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BDE41-490D-BCEA-5AD0-E48AC1190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A7D95-2AF7-4BDD-9B4F-FE5D5D7E083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B3C22-8428-E1C2-5A50-B4E2C9A3D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07607-D575-A348-ED6B-6141D0B9C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60684-73AF-497E-8467-A067F259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64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CF7113-66FD-68B0-4FB0-9C6E571C76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B432D73-5C38-474F-AF96-A3228731B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1445D-8A61-C552-D6BF-7B45AE2B69AB}"/>
              </a:ext>
            </a:extLst>
          </p:cNvPr>
          <p:cNvSpPr txBox="1"/>
          <p:nvPr/>
        </p:nvSpPr>
        <p:spPr>
          <a:xfrm flipH="1">
            <a:off x="4648199" y="830997"/>
            <a:ext cx="3589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latin typeface="Lucida Calligraphy" panose="03010101010101010101" pitchFamily="66" charset="0"/>
              </a:rPr>
              <a:t>Happy</a:t>
            </a:r>
            <a:endParaRPr lang="en-IN" dirty="0">
              <a:solidFill>
                <a:schemeClr val="bg1"/>
              </a:solidFill>
              <a:latin typeface="Lucida Calligraphy" panose="03010101010101010101" pitchFamily="66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5410D52-7CC7-33D1-CF69-4892C0FB6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8021" y="0"/>
            <a:ext cx="5249778" cy="8309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E4BB13-8092-0607-302A-989CEF5FD7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597" y="3654219"/>
            <a:ext cx="3589421" cy="6858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3D2C1D-282E-FDC7-EAEE-565C950A2FAA}"/>
              </a:ext>
            </a:extLst>
          </p:cNvPr>
          <p:cNvSpPr txBox="1"/>
          <p:nvPr/>
        </p:nvSpPr>
        <p:spPr>
          <a:xfrm>
            <a:off x="2044644" y="759170"/>
            <a:ext cx="87965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800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28000">
                      <a:schemeClr val="accent4">
                        <a:lumMod val="40000"/>
                        <a:lumOff val="60000"/>
                      </a:schemeClr>
                    </a:gs>
                    <a:gs pos="77626">
                      <a:srgbClr val="32041D"/>
                    </a:gs>
                    <a:gs pos="67000">
                      <a:schemeClr val="accent4">
                        <a:lumMod val="75000"/>
                      </a:schemeClr>
                    </a:gs>
                    <a:gs pos="14000">
                      <a:schemeClr val="accent4">
                        <a:lumMod val="20000"/>
                        <a:lumOff val="80000"/>
                      </a:schemeClr>
                    </a:gs>
                    <a:gs pos="47000">
                      <a:srgbClr val="FFC30D"/>
                    </a:gs>
                    <a:gs pos="100000">
                      <a:schemeClr val="accent4">
                        <a:lumMod val="50000"/>
                      </a:schemeClr>
                    </a:gs>
                  </a:gsLst>
                  <a:lin ang="5400000" scaled="1"/>
                </a:gradFill>
                <a:latin typeface="Brush Script MT" panose="03060802040406070304" pitchFamily="66" charset="0"/>
              </a:rPr>
              <a:t>Diwali</a:t>
            </a:r>
            <a:endParaRPr lang="en-IN" sz="11500" dirty="0">
              <a:gradFill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28000">
                    <a:schemeClr val="accent4">
                      <a:lumMod val="40000"/>
                      <a:lumOff val="60000"/>
                    </a:schemeClr>
                  </a:gs>
                  <a:gs pos="77626">
                    <a:srgbClr val="32041D"/>
                  </a:gs>
                  <a:gs pos="67000">
                    <a:schemeClr val="accent4">
                      <a:lumMod val="75000"/>
                    </a:schemeClr>
                  </a:gs>
                  <a:gs pos="14000">
                    <a:schemeClr val="accent4">
                      <a:lumMod val="20000"/>
                      <a:lumOff val="80000"/>
                    </a:schemeClr>
                  </a:gs>
                  <a:gs pos="47000">
                    <a:srgbClr val="FFC30D"/>
                  </a:gs>
                  <a:gs pos="100000">
                    <a:schemeClr val="accent4">
                      <a:lumMod val="50000"/>
                    </a:schemeClr>
                  </a:gs>
                </a:gsLst>
                <a:lin ang="5400000" scaled="1"/>
              </a:gradFill>
              <a:latin typeface="Brush Script MT" panose="03060802040406070304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52ED95-699F-9A11-9B63-C0DEF0EAA27A}"/>
              </a:ext>
            </a:extLst>
          </p:cNvPr>
          <p:cNvSpPr txBox="1"/>
          <p:nvPr/>
        </p:nvSpPr>
        <p:spPr>
          <a:xfrm>
            <a:off x="3978442" y="2967335"/>
            <a:ext cx="4662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  <a:latin typeface="Sitka Heading" pitchFamily="2" charset="0"/>
              </a:rPr>
              <a:t>May this  Diwali bring happiness, prosperity , good health and success to you and your family.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5E6C864-6C4C-67B5-E984-5347A2D31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598" y="2513497"/>
            <a:ext cx="3589421" cy="68589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52FB914-C1C1-B4CB-A1E9-3906D7B5C511}"/>
              </a:ext>
            </a:extLst>
          </p:cNvPr>
          <p:cNvSpPr txBox="1"/>
          <p:nvPr/>
        </p:nvSpPr>
        <p:spPr>
          <a:xfrm>
            <a:off x="5047247" y="4148610"/>
            <a:ext cx="315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28000">
                      <a:schemeClr val="accent4">
                        <a:lumMod val="40000"/>
                        <a:lumOff val="60000"/>
                      </a:schemeClr>
                    </a:gs>
                    <a:gs pos="37000">
                      <a:schemeClr val="accent4">
                        <a:lumMod val="50000"/>
                      </a:schemeClr>
                    </a:gs>
                    <a:gs pos="86008">
                      <a:srgbClr val="D0A31B"/>
                    </a:gs>
                    <a:gs pos="100000">
                      <a:srgbClr val="FFFF00"/>
                    </a:gs>
                    <a:gs pos="14000">
                      <a:schemeClr val="accent4">
                        <a:lumMod val="75000"/>
                      </a:schemeClr>
                    </a:gs>
                    <a:gs pos="47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1"/>
                </a:gradFill>
                <a:latin typeface="Cambria" panose="02040503050406030204" pitchFamily="18" charset="0"/>
                <a:ea typeface="Cambria" panose="02040503050406030204" pitchFamily="18" charset="0"/>
              </a:rPr>
              <a:t>Wishing you a bright and joyous Diwali 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AA6695E6-ACCD-8E9D-91AA-14B38454C9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8382" y="4881888"/>
            <a:ext cx="3449053" cy="3487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4635F8-24D0-DA2A-B621-FB04FCF0E29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"/>
            <a:ext cx="12193173" cy="685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43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Brush Script MT</vt:lpstr>
      <vt:lpstr>Calibri</vt:lpstr>
      <vt:lpstr>Calibri Light</vt:lpstr>
      <vt:lpstr>Cambria</vt:lpstr>
      <vt:lpstr>Lucida Calligraphy</vt:lpstr>
      <vt:lpstr>Sitka Heading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Maurya</dc:creator>
  <cp:lastModifiedBy>CSD</cp:lastModifiedBy>
  <cp:revision>1</cp:revision>
  <dcterms:created xsi:type="dcterms:W3CDTF">2026-08-18T02:14:48Z</dcterms:created>
  <dcterms:modified xsi:type="dcterms:W3CDTF">2026-08-20T08:17:46Z</dcterms:modified>
</cp:coreProperties>
</file>
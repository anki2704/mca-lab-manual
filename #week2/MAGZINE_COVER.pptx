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6"/>
  </p:notesMasterIdLst>
  <p:handoutMasterIdLst>
    <p:handoutMasterId r:id="rId7"/>
  </p:handoutMasterIdLst>
  <p:sldIdLst>
    <p:sldId id="261" r:id="rId5"/>
  </p:sldIdLst>
  <p:sldSz cx="10058400" cy="15544800"/>
  <p:notesSz cx="6858000" cy="9144000"/>
  <p:defaultTextStyle>
    <a:defPPr>
      <a:defRPr lang="en-US"/>
    </a:defPPr>
    <a:lvl1pPr marL="0" algn="l" defTabSz="914179" rtl="0" eaLnBrk="1" latinLnBrk="0" hangingPunct="1">
      <a:defRPr sz="1798" kern="1200">
        <a:solidFill>
          <a:schemeClr val="tx1"/>
        </a:solidFill>
        <a:latin typeface="+mn-lt"/>
        <a:ea typeface="+mn-ea"/>
        <a:cs typeface="+mn-cs"/>
      </a:defRPr>
    </a:lvl1pPr>
    <a:lvl2pPr marL="457089" algn="l" defTabSz="914179" rtl="0" eaLnBrk="1" latinLnBrk="0" hangingPunct="1">
      <a:defRPr sz="1798" kern="1200">
        <a:solidFill>
          <a:schemeClr val="tx1"/>
        </a:solidFill>
        <a:latin typeface="+mn-lt"/>
        <a:ea typeface="+mn-ea"/>
        <a:cs typeface="+mn-cs"/>
      </a:defRPr>
    </a:lvl2pPr>
    <a:lvl3pPr marL="914179" algn="l" defTabSz="914179" rtl="0" eaLnBrk="1" latinLnBrk="0" hangingPunct="1">
      <a:defRPr sz="1798" kern="1200">
        <a:solidFill>
          <a:schemeClr val="tx1"/>
        </a:solidFill>
        <a:latin typeface="+mn-lt"/>
        <a:ea typeface="+mn-ea"/>
        <a:cs typeface="+mn-cs"/>
      </a:defRPr>
    </a:lvl3pPr>
    <a:lvl4pPr marL="1371268" algn="l" defTabSz="914179" rtl="0" eaLnBrk="1" latinLnBrk="0" hangingPunct="1">
      <a:defRPr sz="1798" kern="1200">
        <a:solidFill>
          <a:schemeClr val="tx1"/>
        </a:solidFill>
        <a:latin typeface="+mn-lt"/>
        <a:ea typeface="+mn-ea"/>
        <a:cs typeface="+mn-cs"/>
      </a:defRPr>
    </a:lvl4pPr>
    <a:lvl5pPr marL="1828356" algn="l" defTabSz="914179" rtl="0" eaLnBrk="1" latinLnBrk="0" hangingPunct="1">
      <a:defRPr sz="1798" kern="1200">
        <a:solidFill>
          <a:schemeClr val="tx1"/>
        </a:solidFill>
        <a:latin typeface="+mn-lt"/>
        <a:ea typeface="+mn-ea"/>
        <a:cs typeface="+mn-cs"/>
      </a:defRPr>
    </a:lvl5pPr>
    <a:lvl6pPr marL="2285446" algn="l" defTabSz="914179" rtl="0" eaLnBrk="1" latinLnBrk="0" hangingPunct="1">
      <a:defRPr sz="1798" kern="1200">
        <a:solidFill>
          <a:schemeClr val="tx1"/>
        </a:solidFill>
        <a:latin typeface="+mn-lt"/>
        <a:ea typeface="+mn-ea"/>
        <a:cs typeface="+mn-cs"/>
      </a:defRPr>
    </a:lvl6pPr>
    <a:lvl7pPr marL="2742535" algn="l" defTabSz="914179" rtl="0" eaLnBrk="1" latinLnBrk="0" hangingPunct="1">
      <a:defRPr sz="1798" kern="1200">
        <a:solidFill>
          <a:schemeClr val="tx1"/>
        </a:solidFill>
        <a:latin typeface="+mn-lt"/>
        <a:ea typeface="+mn-ea"/>
        <a:cs typeface="+mn-cs"/>
      </a:defRPr>
    </a:lvl7pPr>
    <a:lvl8pPr marL="3199624" algn="l" defTabSz="914179" rtl="0" eaLnBrk="1" latinLnBrk="0" hangingPunct="1">
      <a:defRPr sz="1798" kern="1200">
        <a:solidFill>
          <a:schemeClr val="tx1"/>
        </a:solidFill>
        <a:latin typeface="+mn-lt"/>
        <a:ea typeface="+mn-ea"/>
        <a:cs typeface="+mn-cs"/>
      </a:defRPr>
    </a:lvl8pPr>
    <a:lvl9pPr marL="3656713" algn="l" defTabSz="914179" rtl="0" eaLnBrk="1" latinLnBrk="0" hangingPunct="1">
      <a:defRPr sz="179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6072" userDrawn="1">
          <p15:clr>
            <a:srgbClr val="A4A3A4"/>
          </p15:clr>
        </p15:guide>
        <p15:guide id="2" orient="horz" pos="3960" userDrawn="1">
          <p15:clr>
            <a:srgbClr val="A4A3A4"/>
          </p15:clr>
        </p15:guide>
        <p15:guide id="3" pos="3168" userDrawn="1">
          <p15:clr>
            <a:srgbClr val="A4A3A4"/>
          </p15:clr>
        </p15:guide>
        <p15:guide id="4" pos="3268" userDrawn="1">
          <p15:clr>
            <a:srgbClr val="A4A3A4"/>
          </p15:clr>
        </p15:guide>
        <p15:guide id="5" orient="horz" pos="909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97727"/>
    <a:srgbClr val="CC9900"/>
    <a:srgbClr val="FFCC00"/>
    <a:srgbClr val="004379"/>
    <a:srgbClr val="176691"/>
    <a:srgbClr val="2D8CB4"/>
    <a:srgbClr val="2834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522" autoAdjust="0"/>
  </p:normalViewPr>
  <p:slideViewPr>
    <p:cSldViewPr snapToGrid="0">
      <p:cViewPr varScale="1">
        <p:scale>
          <a:sx n="51" d="100"/>
          <a:sy n="51" d="100"/>
        </p:scale>
        <p:origin x="3132" y="54"/>
      </p:cViewPr>
      <p:guideLst>
        <p:guide pos="6072"/>
        <p:guide orient="horz" pos="3960"/>
        <p:guide pos="3168"/>
        <p:guide pos="3268"/>
        <p:guide orient="horz" pos="909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58" d="100"/>
          <a:sy n="58" d="100"/>
        </p:scale>
        <p:origin x="3240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C9A345A-D150-6F42-9AE3-983B8A00A0C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A1EA3F-CBB6-6E61-01CA-34670A9B4E9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A2C23D-C45B-4A2C-BF87-5B14E866604E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359037-8CF4-90C0-6B9C-35B63D34FBA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644CA2-FB0D-4475-A90A-20281DB5276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E4A9B5-938A-4D03-A740-177C6F208A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9053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940DAB-E1CF-47C5-9FDC-D77F8612658A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430463" y="1143000"/>
            <a:ext cx="19970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80DA60-3614-4ABE-ADAE-8D73712662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1115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80DA60-3614-4ABE-ADAE-8D73712662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4539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EDBA6C6-E69A-4D0D-B0EA-57BAE62B15C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0058400" cy="15544800"/>
          </a:xfrm>
          <a:solidFill>
            <a:schemeClr val="tx1">
              <a:lumMod val="85000"/>
              <a:lumOff val="15000"/>
            </a:schemeClr>
          </a:solidFill>
        </p:spPr>
        <p:txBody>
          <a:bodyPr tIns="4389120"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+mj-lt"/>
                <a:cs typeface="Posterama" panose="020B0504020200020000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B225E7-242D-4A83-8AB4-AC0331CBCB9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5130" y="1137298"/>
            <a:ext cx="9358630" cy="1950109"/>
          </a:xfrm>
        </p:spPr>
        <p:txBody>
          <a:bodyPr anchor="ctr">
            <a:normAutofit/>
          </a:bodyPr>
          <a:lstStyle>
            <a:lvl1pPr algn="l">
              <a:defRPr sz="12000" b="1" cap="all" baseline="0">
                <a:solidFill>
                  <a:schemeClr val="bg1"/>
                </a:solidFill>
                <a:latin typeface="+mn-lt"/>
                <a:ea typeface="HGGothicE" panose="020B0909000000000000" pitchFamily="49" charset="-128"/>
                <a:cs typeface="Posterama" panose="020B0504020200020000" pitchFamily="34" charset="0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CD960E4-D317-41EA-92FD-499084FF4C9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5130" y="464503"/>
            <a:ext cx="4754880" cy="501423"/>
          </a:xfrm>
        </p:spPr>
        <p:txBody>
          <a:bodyPr anchor="b">
            <a:noAutofit/>
          </a:bodyPr>
          <a:lstStyle>
            <a:lvl1pPr marL="0" indent="0" algn="l">
              <a:buNone/>
              <a:defRPr sz="2400" cap="all" baseline="0">
                <a:solidFill>
                  <a:schemeClr val="bg1"/>
                </a:solidFill>
                <a:latin typeface="+mj-lt"/>
                <a:cs typeface="Posterama" panose="020B0504020200020000" pitchFamily="34" charset="0"/>
              </a:defRPr>
            </a:lvl1pPr>
            <a:lvl2pPr marL="636177" indent="0" algn="ctr">
              <a:buNone/>
              <a:defRPr sz="2000">
                <a:solidFill>
                  <a:schemeClr val="bg1"/>
                </a:solidFill>
              </a:defRPr>
            </a:lvl2pPr>
            <a:lvl3pPr marL="1272355" indent="0" algn="ctr">
              <a:buNone/>
              <a:defRPr sz="2000">
                <a:solidFill>
                  <a:schemeClr val="bg1"/>
                </a:solidFill>
              </a:defRPr>
            </a:lvl3pPr>
            <a:lvl4pPr marL="1908532" indent="0" algn="ctr">
              <a:buNone/>
              <a:defRPr sz="2000">
                <a:solidFill>
                  <a:schemeClr val="bg1"/>
                </a:solidFill>
              </a:defRPr>
            </a:lvl4pPr>
            <a:lvl5pPr marL="2544710" indent="0" algn="ctr">
              <a:buNone/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 </a:t>
            </a:r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3E762F53-9A25-025B-D42C-9213424CE19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5130" y="3089957"/>
            <a:ext cx="5111750" cy="1697943"/>
          </a:xfr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3200" cap="all" baseline="0">
                <a:solidFill>
                  <a:schemeClr val="bg1"/>
                </a:solidFill>
                <a:latin typeface="+mj-lt"/>
                <a:cs typeface="Posterama" panose="020B0504020200020000" pitchFamily="34" charset="0"/>
              </a:defRPr>
            </a:lvl1pPr>
            <a:lvl2pPr marL="636177" indent="0" algn="ctr">
              <a:buNone/>
              <a:defRPr sz="2000">
                <a:solidFill>
                  <a:schemeClr val="bg1"/>
                </a:solidFill>
              </a:defRPr>
            </a:lvl2pPr>
            <a:lvl3pPr marL="1272355" indent="0" algn="ctr">
              <a:buNone/>
              <a:defRPr sz="2000">
                <a:solidFill>
                  <a:schemeClr val="bg1"/>
                </a:solidFill>
              </a:defRPr>
            </a:lvl3pPr>
            <a:lvl4pPr marL="1908532" indent="0" algn="ctr">
              <a:buNone/>
              <a:defRPr sz="2000">
                <a:solidFill>
                  <a:schemeClr val="bg1"/>
                </a:solidFill>
              </a:defRPr>
            </a:lvl4pPr>
            <a:lvl5pPr marL="2544710" indent="0" algn="ctr">
              <a:buNone/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 </a:t>
            </a:r>
          </a:p>
        </p:txBody>
      </p:sp>
      <p:sp>
        <p:nvSpPr>
          <p:cNvPr id="6" name="Text Placeholder 13">
            <a:extLst>
              <a:ext uri="{FF2B5EF4-FFF2-40B4-BE49-F238E27FC236}">
                <a16:creationId xmlns:a16="http://schemas.microsoft.com/office/drawing/2014/main" id="{E22A2128-9C66-1516-3244-571876C4E9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5130" y="6201458"/>
            <a:ext cx="5111750" cy="2491150"/>
          </a:xfr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3200" cap="all" baseline="0">
                <a:solidFill>
                  <a:schemeClr val="bg1"/>
                </a:solidFill>
                <a:latin typeface="+mj-lt"/>
                <a:cs typeface="Posterama" panose="020B0504020200020000" pitchFamily="34" charset="0"/>
              </a:defRPr>
            </a:lvl1pPr>
            <a:lvl2pPr marL="636177" indent="0" algn="ctr">
              <a:buNone/>
              <a:defRPr sz="2000">
                <a:solidFill>
                  <a:schemeClr val="bg1"/>
                </a:solidFill>
              </a:defRPr>
            </a:lvl2pPr>
            <a:lvl3pPr marL="1272355" indent="0" algn="ctr">
              <a:buNone/>
              <a:defRPr sz="2000">
                <a:solidFill>
                  <a:schemeClr val="bg1"/>
                </a:solidFill>
              </a:defRPr>
            </a:lvl3pPr>
            <a:lvl4pPr marL="1908532" indent="0" algn="ctr">
              <a:buNone/>
              <a:defRPr sz="2000">
                <a:solidFill>
                  <a:schemeClr val="bg1"/>
                </a:solidFill>
              </a:defRPr>
            </a:lvl4pPr>
            <a:lvl5pPr marL="2544710" indent="0" algn="ctr">
              <a:buNone/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 </a:t>
            </a:r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1FEC28B8-CC8A-6D86-7347-EFBF6733829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0210" y="12628881"/>
            <a:ext cx="4984750" cy="1950108"/>
          </a:xfrm>
        </p:spPr>
        <p:txBody>
          <a:bodyPr anchor="b">
            <a:no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000" cap="all" baseline="0">
                <a:solidFill>
                  <a:schemeClr val="bg1"/>
                </a:solidFill>
                <a:latin typeface="+mj-lt"/>
                <a:cs typeface="Posterama" panose="020B0504020200020000" pitchFamily="34" charset="0"/>
              </a:defRPr>
            </a:lvl1pPr>
            <a:lvl2pPr marL="636177" indent="0" algn="ctr">
              <a:buNone/>
              <a:defRPr sz="2000">
                <a:solidFill>
                  <a:schemeClr val="bg1"/>
                </a:solidFill>
              </a:defRPr>
            </a:lvl2pPr>
            <a:lvl3pPr marL="1272355" indent="0" algn="ctr">
              <a:buNone/>
              <a:defRPr sz="2000">
                <a:solidFill>
                  <a:schemeClr val="bg1"/>
                </a:solidFill>
              </a:defRPr>
            </a:lvl3pPr>
            <a:lvl4pPr marL="1908532" indent="0" algn="ctr">
              <a:buNone/>
              <a:defRPr sz="2000">
                <a:solidFill>
                  <a:schemeClr val="bg1"/>
                </a:solidFill>
              </a:defRPr>
            </a:lvl4pPr>
            <a:lvl5pPr marL="2544710" indent="0" algn="ctr">
              <a:buNone/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 </a:t>
            </a:r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CB7BA584-BA7A-37CA-7A32-4B5748139AF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16880" y="12628881"/>
            <a:ext cx="4246880" cy="1950108"/>
          </a:xfrm>
        </p:spPr>
        <p:txBody>
          <a:bodyPr anchor="b">
            <a:noAutofit/>
          </a:bodyPr>
          <a:lstStyle>
            <a:lvl1pPr marL="0" indent="0" algn="r">
              <a:lnSpc>
                <a:spcPct val="150000"/>
              </a:lnSpc>
              <a:spcBef>
                <a:spcPts val="0"/>
              </a:spcBef>
              <a:buNone/>
              <a:defRPr sz="2000" cap="all" baseline="0">
                <a:solidFill>
                  <a:schemeClr val="bg1"/>
                </a:solidFill>
                <a:latin typeface="+mn-lt"/>
                <a:cs typeface="Posterama" panose="020B0504020200020000" pitchFamily="34" charset="0"/>
              </a:defRPr>
            </a:lvl1pPr>
            <a:lvl2pPr marL="636177" indent="0" algn="ctr">
              <a:buNone/>
              <a:defRPr sz="2000">
                <a:solidFill>
                  <a:schemeClr val="bg1"/>
                </a:solidFill>
              </a:defRPr>
            </a:lvl2pPr>
            <a:lvl3pPr marL="1272355" indent="0" algn="ctr">
              <a:buNone/>
              <a:defRPr sz="2000">
                <a:solidFill>
                  <a:schemeClr val="bg1"/>
                </a:solidFill>
              </a:defRPr>
            </a:lvl3pPr>
            <a:lvl4pPr marL="1908532" indent="0" algn="ctr">
              <a:buNone/>
              <a:defRPr sz="2000">
                <a:solidFill>
                  <a:schemeClr val="bg1"/>
                </a:solidFill>
              </a:defRPr>
            </a:lvl4pPr>
            <a:lvl5pPr marL="2544710" indent="0" algn="ctr">
              <a:buNone/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 </a:t>
            </a:r>
          </a:p>
        </p:txBody>
      </p:sp>
    </p:spTree>
    <p:extLst>
      <p:ext uri="{BB962C8B-B14F-4D97-AF65-F5344CB8AC3E}">
        <p14:creationId xmlns:p14="http://schemas.microsoft.com/office/powerpoint/2010/main" val="6336153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896" userDrawn="1">
          <p15:clr>
            <a:srgbClr val="FBAE40"/>
          </p15:clr>
        </p15:guide>
        <p15:guide id="2" pos="288" userDrawn="1">
          <p15:clr>
            <a:srgbClr val="FBAE40"/>
          </p15:clr>
        </p15:guide>
        <p15:guide id="3" pos="604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EDBA6C6-E69A-4D0D-B0EA-57BAE62B15C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0058400" cy="15544800"/>
          </a:xfrm>
          <a:solidFill>
            <a:schemeClr val="tx1">
              <a:lumMod val="85000"/>
              <a:lumOff val="15000"/>
            </a:schemeClr>
          </a:solidFill>
        </p:spPr>
        <p:txBody>
          <a:bodyPr tIns="4389120"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+mj-lt"/>
                <a:cs typeface="Posterama" panose="020B0504020200020000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B225E7-242D-4A83-8AB4-AC0331CBCB9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5130" y="1137298"/>
            <a:ext cx="9358630" cy="1950119"/>
          </a:xfrm>
        </p:spPr>
        <p:txBody>
          <a:bodyPr anchor="ctr">
            <a:normAutofit/>
          </a:bodyPr>
          <a:lstStyle>
            <a:lvl1pPr algn="l">
              <a:defRPr sz="12000" b="1" cap="all" baseline="0">
                <a:solidFill>
                  <a:schemeClr val="bg1"/>
                </a:solidFill>
                <a:latin typeface="+mn-lt"/>
                <a:ea typeface="HGGothicE" panose="020B0909000000000000" pitchFamily="49" charset="-128"/>
                <a:cs typeface="Posterama" panose="020B0504020200020000" pitchFamily="34" charset="0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CD960E4-D317-41EA-92FD-499084FF4C9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5130" y="464503"/>
            <a:ext cx="4754880" cy="501423"/>
          </a:xfrm>
        </p:spPr>
        <p:txBody>
          <a:bodyPr anchor="b">
            <a:noAutofit/>
          </a:bodyPr>
          <a:lstStyle>
            <a:lvl1pPr marL="0" indent="0" algn="l">
              <a:buNone/>
              <a:defRPr sz="2400" cap="all" baseline="0">
                <a:solidFill>
                  <a:schemeClr val="bg1"/>
                </a:solidFill>
                <a:latin typeface="+mj-lt"/>
                <a:cs typeface="Posterama" panose="020B0504020200020000" pitchFamily="34" charset="0"/>
              </a:defRPr>
            </a:lvl1pPr>
            <a:lvl2pPr marL="636177" indent="0" algn="ctr">
              <a:buNone/>
              <a:defRPr sz="2000">
                <a:solidFill>
                  <a:schemeClr val="bg1"/>
                </a:solidFill>
              </a:defRPr>
            </a:lvl2pPr>
            <a:lvl3pPr marL="1272355" indent="0" algn="ctr">
              <a:buNone/>
              <a:defRPr sz="2000">
                <a:solidFill>
                  <a:schemeClr val="bg1"/>
                </a:solidFill>
              </a:defRPr>
            </a:lvl3pPr>
            <a:lvl4pPr marL="1908532" indent="0" algn="ctr">
              <a:buNone/>
              <a:defRPr sz="2000">
                <a:solidFill>
                  <a:schemeClr val="bg1"/>
                </a:solidFill>
              </a:defRPr>
            </a:lvl4pPr>
            <a:lvl5pPr marL="2544710" indent="0" algn="ctr">
              <a:buNone/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 </a:t>
            </a:r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3E762F53-9A25-025B-D42C-9213424CE19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5130" y="3089957"/>
            <a:ext cx="4395470" cy="1697943"/>
          </a:xfr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3200" cap="all" baseline="0">
                <a:solidFill>
                  <a:schemeClr val="bg1"/>
                </a:solidFill>
                <a:latin typeface="+mj-lt"/>
                <a:cs typeface="Posterama" panose="020B0504020200020000" pitchFamily="34" charset="0"/>
              </a:defRPr>
            </a:lvl1pPr>
            <a:lvl2pPr marL="636177" indent="0" algn="ctr">
              <a:buNone/>
              <a:defRPr sz="2000">
                <a:solidFill>
                  <a:schemeClr val="bg1"/>
                </a:solidFill>
              </a:defRPr>
            </a:lvl2pPr>
            <a:lvl3pPr marL="1272355" indent="0" algn="ctr">
              <a:buNone/>
              <a:defRPr sz="2000">
                <a:solidFill>
                  <a:schemeClr val="bg1"/>
                </a:solidFill>
              </a:defRPr>
            </a:lvl3pPr>
            <a:lvl4pPr marL="1908532" indent="0" algn="ctr">
              <a:buNone/>
              <a:defRPr sz="2000">
                <a:solidFill>
                  <a:schemeClr val="bg1"/>
                </a:solidFill>
              </a:defRPr>
            </a:lvl4pPr>
            <a:lvl5pPr marL="2544710" indent="0" algn="ctr">
              <a:buNone/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 </a:t>
            </a:r>
          </a:p>
        </p:txBody>
      </p:sp>
      <p:sp>
        <p:nvSpPr>
          <p:cNvPr id="6" name="Text Placeholder 13">
            <a:extLst>
              <a:ext uri="{FF2B5EF4-FFF2-40B4-BE49-F238E27FC236}">
                <a16:creationId xmlns:a16="http://schemas.microsoft.com/office/drawing/2014/main" id="{E22A2128-9C66-1516-3244-571876C4E9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5130" y="5195618"/>
            <a:ext cx="4395470" cy="3064462"/>
          </a:xfr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3200" cap="all" baseline="0">
                <a:solidFill>
                  <a:schemeClr val="bg1"/>
                </a:solidFill>
                <a:latin typeface="+mj-lt"/>
                <a:cs typeface="Posterama" panose="020B0504020200020000" pitchFamily="34" charset="0"/>
              </a:defRPr>
            </a:lvl1pPr>
            <a:lvl2pPr marL="636177" indent="0" algn="ctr">
              <a:buNone/>
              <a:defRPr sz="2000">
                <a:solidFill>
                  <a:schemeClr val="bg1"/>
                </a:solidFill>
              </a:defRPr>
            </a:lvl2pPr>
            <a:lvl3pPr marL="1272355" indent="0" algn="ctr">
              <a:buNone/>
              <a:defRPr sz="2000">
                <a:solidFill>
                  <a:schemeClr val="bg1"/>
                </a:solidFill>
              </a:defRPr>
            </a:lvl3pPr>
            <a:lvl4pPr marL="1908532" indent="0" algn="ctr">
              <a:buNone/>
              <a:defRPr sz="2000">
                <a:solidFill>
                  <a:schemeClr val="bg1"/>
                </a:solidFill>
              </a:defRPr>
            </a:lvl4pPr>
            <a:lvl5pPr marL="2544710" indent="0" algn="ctr">
              <a:buNone/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 </a:t>
            </a:r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1FEC28B8-CC8A-6D86-7347-EFBF6733829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0210" y="12454843"/>
            <a:ext cx="4984750" cy="2383226"/>
          </a:xfrm>
        </p:spPr>
        <p:txBody>
          <a:bodyPr anchor="b">
            <a:no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000" cap="all" baseline="0">
                <a:solidFill>
                  <a:schemeClr val="bg1"/>
                </a:solidFill>
                <a:latin typeface="+mj-lt"/>
                <a:cs typeface="Posterama" panose="020B0504020200020000" pitchFamily="34" charset="0"/>
              </a:defRPr>
            </a:lvl1pPr>
            <a:lvl2pPr marL="636177" indent="0" algn="ctr">
              <a:buNone/>
              <a:defRPr sz="2000">
                <a:solidFill>
                  <a:schemeClr val="bg1"/>
                </a:solidFill>
              </a:defRPr>
            </a:lvl2pPr>
            <a:lvl3pPr marL="1272355" indent="0" algn="ctr">
              <a:buNone/>
              <a:defRPr sz="2000">
                <a:solidFill>
                  <a:schemeClr val="bg1"/>
                </a:solidFill>
              </a:defRPr>
            </a:lvl3pPr>
            <a:lvl4pPr marL="1908532" indent="0" algn="ctr">
              <a:buNone/>
              <a:defRPr sz="2000">
                <a:solidFill>
                  <a:schemeClr val="bg1"/>
                </a:solidFill>
              </a:defRPr>
            </a:lvl4pPr>
            <a:lvl5pPr marL="2544710" indent="0" algn="ctr">
              <a:buNone/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 </a:t>
            </a:r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CB7BA584-BA7A-37CA-7A32-4B5748139AF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16880" y="12454843"/>
            <a:ext cx="4246880" cy="2383226"/>
          </a:xfrm>
        </p:spPr>
        <p:txBody>
          <a:bodyPr anchor="b">
            <a:noAutofit/>
          </a:bodyPr>
          <a:lstStyle>
            <a:lvl1pPr marL="0" indent="0" algn="r">
              <a:lnSpc>
                <a:spcPct val="150000"/>
              </a:lnSpc>
              <a:spcBef>
                <a:spcPts val="0"/>
              </a:spcBef>
              <a:buNone/>
              <a:defRPr sz="2000" cap="all" baseline="0">
                <a:solidFill>
                  <a:schemeClr val="bg1"/>
                </a:solidFill>
                <a:latin typeface="+mn-lt"/>
                <a:cs typeface="Posterama" panose="020B0504020200020000" pitchFamily="34" charset="0"/>
              </a:defRPr>
            </a:lvl1pPr>
            <a:lvl2pPr marL="636177" indent="0" algn="ctr">
              <a:buNone/>
              <a:defRPr sz="2000">
                <a:solidFill>
                  <a:schemeClr val="bg1"/>
                </a:solidFill>
              </a:defRPr>
            </a:lvl2pPr>
            <a:lvl3pPr marL="1272355" indent="0" algn="ctr">
              <a:buNone/>
              <a:defRPr sz="2000">
                <a:solidFill>
                  <a:schemeClr val="bg1"/>
                </a:solidFill>
              </a:defRPr>
            </a:lvl3pPr>
            <a:lvl4pPr marL="1908532" indent="0" algn="ctr">
              <a:buNone/>
              <a:defRPr sz="2000">
                <a:solidFill>
                  <a:schemeClr val="bg1"/>
                </a:solidFill>
              </a:defRPr>
            </a:lvl4pPr>
            <a:lvl5pPr marL="2544710" indent="0" algn="ctr">
              <a:buNone/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 </a:t>
            </a:r>
          </a:p>
        </p:txBody>
      </p:sp>
    </p:spTree>
    <p:extLst>
      <p:ext uri="{BB962C8B-B14F-4D97-AF65-F5344CB8AC3E}">
        <p14:creationId xmlns:p14="http://schemas.microsoft.com/office/powerpoint/2010/main" val="19483023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896" userDrawn="1">
          <p15:clr>
            <a:srgbClr val="FBAE40"/>
          </p15:clr>
        </p15:guide>
        <p15:guide id="2" pos="288" userDrawn="1">
          <p15:clr>
            <a:srgbClr val="FBAE40"/>
          </p15:clr>
        </p15:guide>
        <p15:guide id="3" pos="6048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O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EDBA6C6-E69A-4D0D-B0EA-57BAE62B15C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0058400" cy="15544800"/>
          </a:xfrm>
          <a:solidFill>
            <a:schemeClr val="tx1">
              <a:lumMod val="85000"/>
              <a:lumOff val="15000"/>
            </a:schemeClr>
          </a:solidFill>
        </p:spPr>
        <p:txBody>
          <a:bodyPr tIns="4389120"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+mj-lt"/>
                <a:cs typeface="Posterama" panose="020B0504020200020000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B225E7-242D-4A83-8AB4-AC0331CBCB9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5130" y="1506629"/>
            <a:ext cx="9358630" cy="1656988"/>
          </a:xfrm>
        </p:spPr>
        <p:txBody>
          <a:bodyPr bIns="0" anchor="b">
            <a:normAutofit/>
          </a:bodyPr>
          <a:lstStyle>
            <a:lvl1pPr algn="l">
              <a:defRPr sz="10000" b="1" cap="all" baseline="0">
                <a:solidFill>
                  <a:schemeClr val="bg1"/>
                </a:solidFill>
                <a:latin typeface="+mn-lt"/>
                <a:ea typeface="HGGothicE" panose="020B0909000000000000" pitchFamily="49" charset="-128"/>
                <a:cs typeface="Posterama" panose="020B0504020200020000" pitchFamily="34" charset="0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CD960E4-D317-41EA-92FD-499084FF4C9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5130" y="464503"/>
            <a:ext cx="4754880" cy="501423"/>
          </a:xfrm>
        </p:spPr>
        <p:txBody>
          <a:bodyPr anchor="b">
            <a:noAutofit/>
          </a:bodyPr>
          <a:lstStyle>
            <a:lvl1pPr marL="0" indent="0" algn="l">
              <a:buNone/>
              <a:defRPr sz="2400" cap="all" baseline="0">
                <a:solidFill>
                  <a:schemeClr val="bg1"/>
                </a:solidFill>
                <a:latin typeface="+mj-lt"/>
                <a:cs typeface="Posterama" panose="020B0504020200020000" pitchFamily="34" charset="0"/>
              </a:defRPr>
            </a:lvl1pPr>
            <a:lvl2pPr marL="636177" indent="0" algn="ctr">
              <a:buNone/>
              <a:defRPr sz="2000">
                <a:solidFill>
                  <a:schemeClr val="bg1"/>
                </a:solidFill>
              </a:defRPr>
            </a:lvl2pPr>
            <a:lvl3pPr marL="1272355" indent="0" algn="ctr">
              <a:buNone/>
              <a:defRPr sz="2000">
                <a:solidFill>
                  <a:schemeClr val="bg1"/>
                </a:solidFill>
              </a:defRPr>
            </a:lvl3pPr>
            <a:lvl4pPr marL="1908532" indent="0" algn="ctr">
              <a:buNone/>
              <a:defRPr sz="2000">
                <a:solidFill>
                  <a:schemeClr val="bg1"/>
                </a:solidFill>
              </a:defRPr>
            </a:lvl4pPr>
            <a:lvl5pPr marL="2544710" indent="0" algn="ctr">
              <a:buNone/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 </a:t>
            </a:r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3E762F53-9A25-025B-D42C-9213424CE19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5130" y="3150917"/>
            <a:ext cx="9358630" cy="872443"/>
          </a:xfr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3200" cap="all" baseline="0">
                <a:solidFill>
                  <a:schemeClr val="bg1"/>
                </a:solidFill>
                <a:latin typeface="+mj-lt"/>
                <a:cs typeface="Posterama" panose="020B0504020200020000" pitchFamily="34" charset="0"/>
              </a:defRPr>
            </a:lvl1pPr>
            <a:lvl2pPr marL="636177" indent="0" algn="ctr">
              <a:buNone/>
              <a:defRPr sz="2000">
                <a:solidFill>
                  <a:schemeClr val="bg1"/>
                </a:solidFill>
              </a:defRPr>
            </a:lvl2pPr>
            <a:lvl3pPr marL="1272355" indent="0" algn="ctr">
              <a:buNone/>
              <a:defRPr sz="2000">
                <a:solidFill>
                  <a:schemeClr val="bg1"/>
                </a:solidFill>
              </a:defRPr>
            </a:lvl3pPr>
            <a:lvl4pPr marL="1908532" indent="0" algn="ctr">
              <a:buNone/>
              <a:defRPr sz="2000">
                <a:solidFill>
                  <a:schemeClr val="bg1"/>
                </a:solidFill>
              </a:defRPr>
            </a:lvl4pPr>
            <a:lvl5pPr marL="2544710" indent="0" algn="ctr">
              <a:buNone/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 </a:t>
            </a:r>
          </a:p>
        </p:txBody>
      </p:sp>
      <p:sp>
        <p:nvSpPr>
          <p:cNvPr id="6" name="Text Placeholder 13">
            <a:extLst>
              <a:ext uri="{FF2B5EF4-FFF2-40B4-BE49-F238E27FC236}">
                <a16:creationId xmlns:a16="http://schemas.microsoft.com/office/drawing/2014/main" id="{E22A2128-9C66-1516-3244-571876C4E9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5130" y="5195618"/>
            <a:ext cx="9358630" cy="2180542"/>
          </a:xfrm>
        </p:spPr>
        <p:txBody>
          <a:bodyPr anchor="t">
            <a:noAutofit/>
          </a:bodyPr>
          <a:lstStyle>
            <a:lvl1pPr marL="0" indent="0" algn="l">
              <a:lnSpc>
                <a:spcPct val="120000"/>
              </a:lnSpc>
              <a:buNone/>
              <a:defRPr sz="3200" cap="all" baseline="0">
                <a:solidFill>
                  <a:schemeClr val="bg1"/>
                </a:solidFill>
                <a:latin typeface="+mj-lt"/>
                <a:cs typeface="Posterama" panose="020B0504020200020000" pitchFamily="34" charset="0"/>
              </a:defRPr>
            </a:lvl1pPr>
            <a:lvl2pPr marL="636177" indent="0" algn="ctr">
              <a:buNone/>
              <a:defRPr sz="2000">
                <a:solidFill>
                  <a:schemeClr val="bg1"/>
                </a:solidFill>
              </a:defRPr>
            </a:lvl2pPr>
            <a:lvl3pPr marL="1272355" indent="0" algn="ctr">
              <a:buNone/>
              <a:defRPr sz="2000">
                <a:solidFill>
                  <a:schemeClr val="bg1"/>
                </a:solidFill>
              </a:defRPr>
            </a:lvl3pPr>
            <a:lvl4pPr marL="1908532" indent="0" algn="ctr">
              <a:buNone/>
              <a:defRPr sz="2000">
                <a:solidFill>
                  <a:schemeClr val="bg1"/>
                </a:solidFill>
              </a:defRPr>
            </a:lvl4pPr>
            <a:lvl5pPr marL="2544710" indent="0" algn="ctr">
              <a:buNone/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 </a:t>
            </a:r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1FEC28B8-CC8A-6D86-7347-EFBF6733829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5130" y="14377021"/>
            <a:ext cx="9358630" cy="918247"/>
          </a:xfrm>
        </p:spPr>
        <p:txBody>
          <a:bodyPr anchor="ctr">
            <a:noAutofit/>
          </a:bodyPr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sz="2000" cap="all" baseline="0">
                <a:solidFill>
                  <a:schemeClr val="bg1"/>
                </a:solidFill>
                <a:latin typeface="+mj-lt"/>
                <a:cs typeface="Posterama" panose="020B0504020200020000" pitchFamily="34" charset="0"/>
              </a:defRPr>
            </a:lvl1pPr>
            <a:lvl2pPr marL="636177" indent="0" algn="ctr">
              <a:buNone/>
              <a:defRPr sz="2000">
                <a:solidFill>
                  <a:schemeClr val="bg1"/>
                </a:solidFill>
              </a:defRPr>
            </a:lvl2pPr>
            <a:lvl3pPr marL="1272355" indent="0" algn="ctr">
              <a:buNone/>
              <a:defRPr sz="2000">
                <a:solidFill>
                  <a:schemeClr val="bg1"/>
                </a:solidFill>
              </a:defRPr>
            </a:lvl3pPr>
            <a:lvl4pPr marL="1908532" indent="0" algn="ctr">
              <a:buNone/>
              <a:defRPr sz="2000">
                <a:solidFill>
                  <a:schemeClr val="bg1"/>
                </a:solidFill>
              </a:defRPr>
            </a:lvl4pPr>
            <a:lvl5pPr marL="2544710" indent="0" algn="ctr">
              <a:buNone/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 </a:t>
            </a:r>
          </a:p>
        </p:txBody>
      </p:sp>
    </p:spTree>
    <p:extLst>
      <p:ext uri="{BB962C8B-B14F-4D97-AF65-F5344CB8AC3E}">
        <p14:creationId xmlns:p14="http://schemas.microsoft.com/office/powerpoint/2010/main" val="32116709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896" userDrawn="1">
          <p15:clr>
            <a:srgbClr val="FBAE40"/>
          </p15:clr>
        </p15:guide>
        <p15:guide id="2" pos="288" userDrawn="1">
          <p15:clr>
            <a:srgbClr val="FBAE40"/>
          </p15:clr>
        </p15:guide>
        <p15:guide id="3" pos="6048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3FD534-551D-4853-B009-6CE3AE868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517" y="827621"/>
            <a:ext cx="8675370" cy="30046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F36324-F194-460C-9BA6-98A64B0878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517" y="4138085"/>
            <a:ext cx="8675370" cy="98630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3598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</p:sldLayoutIdLst>
  <p:txStyles>
    <p:titleStyle>
      <a:lvl1pPr algn="l" defTabSz="1272355" rtl="0" eaLnBrk="1" latinLnBrk="0" hangingPunct="1">
        <a:lnSpc>
          <a:spcPct val="90000"/>
        </a:lnSpc>
        <a:spcBef>
          <a:spcPct val="0"/>
        </a:spcBef>
        <a:buNone/>
        <a:defRPr sz="5400" b="1" kern="1200">
          <a:solidFill>
            <a:schemeClr val="tx1"/>
          </a:solidFill>
          <a:latin typeface="+mj-lt"/>
          <a:ea typeface="+mj-ea"/>
          <a:cs typeface="Posterama" panose="020B0504020200020000" pitchFamily="34" charset="0"/>
        </a:defRPr>
      </a:lvl1pPr>
    </p:titleStyle>
    <p:bodyStyle>
      <a:lvl1pPr marL="0" indent="0" algn="l" defTabSz="1272355" rtl="0" eaLnBrk="1" latinLnBrk="0" hangingPunct="1">
        <a:lnSpc>
          <a:spcPct val="90000"/>
        </a:lnSpc>
        <a:spcBef>
          <a:spcPts val="1391"/>
        </a:spcBef>
        <a:buFont typeface="Arial" panose="020B0604020202020204" pitchFamily="34" charset="0"/>
        <a:buNone/>
        <a:defRPr sz="3896" kern="1200">
          <a:solidFill>
            <a:schemeClr val="tx1"/>
          </a:solidFill>
          <a:latin typeface="+mn-lt"/>
          <a:ea typeface="+mn-ea"/>
          <a:cs typeface="Posterama" panose="020B0504020200020000" pitchFamily="34" charset="0"/>
        </a:defRPr>
      </a:lvl1pPr>
      <a:lvl2pPr marL="636177" indent="0" algn="l" defTabSz="1272355" rtl="0" eaLnBrk="1" latinLnBrk="0" hangingPunct="1">
        <a:lnSpc>
          <a:spcPct val="90000"/>
        </a:lnSpc>
        <a:spcBef>
          <a:spcPts val="696"/>
        </a:spcBef>
        <a:buFont typeface="Arial" panose="020B0604020202020204" pitchFamily="34" charset="0"/>
        <a:buNone/>
        <a:defRPr sz="3339" kern="1200">
          <a:solidFill>
            <a:schemeClr val="tx1"/>
          </a:solidFill>
          <a:latin typeface="Posterama" panose="020B0504020200020000" pitchFamily="34" charset="0"/>
          <a:ea typeface="+mn-ea"/>
          <a:cs typeface="Posterama" panose="020B0504020200020000" pitchFamily="34" charset="0"/>
        </a:defRPr>
      </a:lvl2pPr>
      <a:lvl3pPr marL="1272355" indent="0" algn="l" defTabSz="1272355" rtl="0" eaLnBrk="1" latinLnBrk="0" hangingPunct="1">
        <a:lnSpc>
          <a:spcPct val="90000"/>
        </a:lnSpc>
        <a:spcBef>
          <a:spcPts val="696"/>
        </a:spcBef>
        <a:buFont typeface="Arial" panose="020B0604020202020204" pitchFamily="34" charset="0"/>
        <a:buNone/>
        <a:defRPr sz="2783" kern="1200">
          <a:solidFill>
            <a:schemeClr val="tx1"/>
          </a:solidFill>
          <a:latin typeface="Posterama" panose="020B0504020200020000" pitchFamily="34" charset="0"/>
          <a:ea typeface="+mn-ea"/>
          <a:cs typeface="Posterama" panose="020B0504020200020000" pitchFamily="34" charset="0"/>
        </a:defRPr>
      </a:lvl3pPr>
      <a:lvl4pPr marL="1908532" indent="0" algn="l" defTabSz="1272355" rtl="0" eaLnBrk="1" latinLnBrk="0" hangingPunct="1">
        <a:lnSpc>
          <a:spcPct val="90000"/>
        </a:lnSpc>
        <a:spcBef>
          <a:spcPts val="696"/>
        </a:spcBef>
        <a:buFont typeface="Arial" panose="020B0604020202020204" pitchFamily="34" charset="0"/>
        <a:buNone/>
        <a:defRPr sz="2505" kern="1200">
          <a:solidFill>
            <a:schemeClr val="tx1"/>
          </a:solidFill>
          <a:latin typeface="Posterama" panose="020B0504020200020000" pitchFamily="34" charset="0"/>
          <a:ea typeface="+mn-ea"/>
          <a:cs typeface="Posterama" panose="020B0504020200020000" pitchFamily="34" charset="0"/>
        </a:defRPr>
      </a:lvl4pPr>
      <a:lvl5pPr marL="2544710" indent="0" algn="l" defTabSz="1272355" rtl="0" eaLnBrk="1" latinLnBrk="0" hangingPunct="1">
        <a:lnSpc>
          <a:spcPct val="90000"/>
        </a:lnSpc>
        <a:spcBef>
          <a:spcPts val="696"/>
        </a:spcBef>
        <a:buFont typeface="Arial" panose="020B0604020202020204" pitchFamily="34" charset="0"/>
        <a:buNone/>
        <a:defRPr sz="2505" kern="1200">
          <a:solidFill>
            <a:schemeClr val="tx1"/>
          </a:solidFill>
          <a:latin typeface="Posterama" panose="020B0504020200020000" pitchFamily="34" charset="0"/>
          <a:ea typeface="+mn-ea"/>
          <a:cs typeface="Posterama" panose="020B0504020200020000" pitchFamily="34" charset="0"/>
        </a:defRPr>
      </a:lvl5pPr>
      <a:lvl6pPr marL="3498976" indent="-318089" algn="l" defTabSz="1272355" rtl="0" eaLnBrk="1" latinLnBrk="0" hangingPunct="1">
        <a:lnSpc>
          <a:spcPct val="90000"/>
        </a:lnSpc>
        <a:spcBef>
          <a:spcPts val="696"/>
        </a:spcBef>
        <a:buFont typeface="Arial" panose="020B0604020202020204" pitchFamily="34" charset="0"/>
        <a:buChar char="•"/>
        <a:defRPr sz="2505" kern="1200">
          <a:solidFill>
            <a:schemeClr val="tx1"/>
          </a:solidFill>
          <a:latin typeface="+mn-lt"/>
          <a:ea typeface="+mn-ea"/>
          <a:cs typeface="+mn-cs"/>
        </a:defRPr>
      </a:lvl6pPr>
      <a:lvl7pPr marL="4135153" indent="-318089" algn="l" defTabSz="1272355" rtl="0" eaLnBrk="1" latinLnBrk="0" hangingPunct="1">
        <a:lnSpc>
          <a:spcPct val="90000"/>
        </a:lnSpc>
        <a:spcBef>
          <a:spcPts val="696"/>
        </a:spcBef>
        <a:buFont typeface="Arial" panose="020B0604020202020204" pitchFamily="34" charset="0"/>
        <a:buChar char="•"/>
        <a:defRPr sz="2505" kern="1200">
          <a:solidFill>
            <a:schemeClr val="tx1"/>
          </a:solidFill>
          <a:latin typeface="+mn-lt"/>
          <a:ea typeface="+mn-ea"/>
          <a:cs typeface="+mn-cs"/>
        </a:defRPr>
      </a:lvl7pPr>
      <a:lvl8pPr marL="4771331" indent="-318089" algn="l" defTabSz="1272355" rtl="0" eaLnBrk="1" latinLnBrk="0" hangingPunct="1">
        <a:lnSpc>
          <a:spcPct val="90000"/>
        </a:lnSpc>
        <a:spcBef>
          <a:spcPts val="696"/>
        </a:spcBef>
        <a:buFont typeface="Arial" panose="020B0604020202020204" pitchFamily="34" charset="0"/>
        <a:buChar char="•"/>
        <a:defRPr sz="2505" kern="1200">
          <a:solidFill>
            <a:schemeClr val="tx1"/>
          </a:solidFill>
          <a:latin typeface="+mn-lt"/>
          <a:ea typeface="+mn-ea"/>
          <a:cs typeface="+mn-cs"/>
        </a:defRPr>
      </a:lvl8pPr>
      <a:lvl9pPr marL="5407509" indent="-318089" algn="l" defTabSz="1272355" rtl="0" eaLnBrk="1" latinLnBrk="0" hangingPunct="1">
        <a:lnSpc>
          <a:spcPct val="90000"/>
        </a:lnSpc>
        <a:spcBef>
          <a:spcPts val="696"/>
        </a:spcBef>
        <a:buFont typeface="Arial" panose="020B0604020202020204" pitchFamily="34" charset="0"/>
        <a:buChar char="•"/>
        <a:defRPr sz="25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72355" rtl="0" eaLnBrk="1" latinLnBrk="0" hangingPunct="1">
        <a:defRPr sz="2505" kern="1200">
          <a:solidFill>
            <a:schemeClr val="tx1"/>
          </a:solidFill>
          <a:latin typeface="+mn-lt"/>
          <a:ea typeface="+mn-ea"/>
          <a:cs typeface="+mn-cs"/>
        </a:defRPr>
      </a:lvl1pPr>
      <a:lvl2pPr marL="636177" algn="l" defTabSz="1272355" rtl="0" eaLnBrk="1" latinLnBrk="0" hangingPunct="1">
        <a:defRPr sz="2505" kern="1200">
          <a:solidFill>
            <a:schemeClr val="tx1"/>
          </a:solidFill>
          <a:latin typeface="+mn-lt"/>
          <a:ea typeface="+mn-ea"/>
          <a:cs typeface="+mn-cs"/>
        </a:defRPr>
      </a:lvl2pPr>
      <a:lvl3pPr marL="1272355" algn="l" defTabSz="1272355" rtl="0" eaLnBrk="1" latinLnBrk="0" hangingPunct="1">
        <a:defRPr sz="2505" kern="1200">
          <a:solidFill>
            <a:schemeClr val="tx1"/>
          </a:solidFill>
          <a:latin typeface="+mn-lt"/>
          <a:ea typeface="+mn-ea"/>
          <a:cs typeface="+mn-cs"/>
        </a:defRPr>
      </a:lvl3pPr>
      <a:lvl4pPr marL="1908532" algn="l" defTabSz="1272355" rtl="0" eaLnBrk="1" latinLnBrk="0" hangingPunct="1">
        <a:defRPr sz="2505" kern="1200">
          <a:solidFill>
            <a:schemeClr val="tx1"/>
          </a:solidFill>
          <a:latin typeface="+mn-lt"/>
          <a:ea typeface="+mn-ea"/>
          <a:cs typeface="+mn-cs"/>
        </a:defRPr>
      </a:lvl4pPr>
      <a:lvl5pPr marL="2544710" algn="l" defTabSz="1272355" rtl="0" eaLnBrk="1" latinLnBrk="0" hangingPunct="1">
        <a:defRPr sz="2505" kern="1200">
          <a:solidFill>
            <a:schemeClr val="tx1"/>
          </a:solidFill>
          <a:latin typeface="+mn-lt"/>
          <a:ea typeface="+mn-ea"/>
          <a:cs typeface="+mn-cs"/>
        </a:defRPr>
      </a:lvl5pPr>
      <a:lvl6pPr marL="3180887" algn="l" defTabSz="1272355" rtl="0" eaLnBrk="1" latinLnBrk="0" hangingPunct="1">
        <a:defRPr sz="2505" kern="1200">
          <a:solidFill>
            <a:schemeClr val="tx1"/>
          </a:solidFill>
          <a:latin typeface="+mn-lt"/>
          <a:ea typeface="+mn-ea"/>
          <a:cs typeface="+mn-cs"/>
        </a:defRPr>
      </a:lvl6pPr>
      <a:lvl7pPr marL="3817065" algn="l" defTabSz="1272355" rtl="0" eaLnBrk="1" latinLnBrk="0" hangingPunct="1">
        <a:defRPr sz="2505" kern="1200">
          <a:solidFill>
            <a:schemeClr val="tx1"/>
          </a:solidFill>
          <a:latin typeface="+mn-lt"/>
          <a:ea typeface="+mn-ea"/>
          <a:cs typeface="+mn-cs"/>
        </a:defRPr>
      </a:lvl7pPr>
      <a:lvl8pPr marL="4453242" algn="l" defTabSz="1272355" rtl="0" eaLnBrk="1" latinLnBrk="0" hangingPunct="1">
        <a:defRPr sz="2505" kern="1200">
          <a:solidFill>
            <a:schemeClr val="tx1"/>
          </a:solidFill>
          <a:latin typeface="+mn-lt"/>
          <a:ea typeface="+mn-ea"/>
          <a:cs typeface="+mn-cs"/>
        </a:defRPr>
      </a:lvl8pPr>
      <a:lvl9pPr marL="5089419" algn="l" defTabSz="1272355" rtl="0" eaLnBrk="1" latinLnBrk="0" hangingPunct="1">
        <a:defRPr sz="25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896" userDrawn="1">
          <p15:clr>
            <a:srgbClr val="F26B43"/>
          </p15:clr>
        </p15:guide>
        <p15:guide id="2" pos="316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microsoft.com/office/2007/relationships/hdphoto" Target="../media/hdphoto1.wdp"/><Relationship Id="rId12" Type="http://schemas.microsoft.com/office/2007/relationships/hdphoto" Target="../media/hdphoto3.wdp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7.png"/><Relationship Id="rId5" Type="http://schemas.openxmlformats.org/officeDocument/2006/relationships/image" Target="../media/image3.png"/><Relationship Id="rId15" Type="http://schemas.openxmlformats.org/officeDocument/2006/relationships/image" Target="../media/image9.png"/><Relationship Id="rId10" Type="http://schemas.microsoft.com/office/2007/relationships/hdphoto" Target="../media/hdphoto2.wdp"/><Relationship Id="rId4" Type="http://schemas.openxmlformats.org/officeDocument/2006/relationships/image" Target="../media/image2.png"/><Relationship Id="rId9" Type="http://schemas.openxmlformats.org/officeDocument/2006/relationships/image" Target="../media/image6.png"/><Relationship Id="rId14" Type="http://schemas.microsoft.com/office/2007/relationships/hdphoto" Target="../media/hdphoto4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louds In Sky Png - Blue Clouds Transparent Background, Png Download -  kindpng">
            <a:extLst>
              <a:ext uri="{FF2B5EF4-FFF2-40B4-BE49-F238E27FC236}">
                <a16:creationId xmlns:a16="http://schemas.microsoft.com/office/drawing/2014/main" id="{8AAF4DBC-9A81-4803-1EFF-8907992CDF3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-11494" y="2841112"/>
            <a:ext cx="10026324" cy="3298653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50441B6B-29F7-C31C-813F-D21807CE93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5130" y="1137298"/>
            <a:ext cx="9358630" cy="1950109"/>
          </a:xfrm>
        </p:spPr>
        <p:txBody>
          <a:bodyPr/>
          <a:lstStyle/>
          <a:p>
            <a:r>
              <a:rPr lang="en-US" dirty="0"/>
              <a:t>CONTOSO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C6A550-1A74-E20D-087E-33DD7DDE9B4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05130" y="464503"/>
            <a:ext cx="4754880" cy="501423"/>
          </a:xfrm>
        </p:spPr>
        <p:txBody>
          <a:bodyPr/>
          <a:lstStyle/>
          <a:p>
            <a:r>
              <a:rPr lang="en-US" dirty="0"/>
              <a:t> LAMNA PROUDLY PRESENTS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C2195C-2CAB-AF12-012C-C5F1BBDC85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05130" y="3089957"/>
            <a:ext cx="5111750" cy="1697943"/>
          </a:xfrm>
        </p:spPr>
        <p:txBody>
          <a:bodyPr/>
          <a:lstStyle/>
          <a:p>
            <a:pPr lvl="0"/>
            <a:r>
              <a:rPr lang="en-US" dirty="0"/>
              <a:t>FRIDAY APRIL 12 </a:t>
            </a:r>
          </a:p>
          <a:p>
            <a:pPr lvl="0"/>
            <a:r>
              <a:rPr lang="en-US" dirty="0"/>
              <a:t>9PM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FE66369D-E8F7-7AA3-077D-0399C45E8C1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5130" y="6201458"/>
            <a:ext cx="5111750" cy="2491150"/>
          </a:xfrm>
        </p:spPr>
        <p:txBody>
          <a:bodyPr/>
          <a:lstStyle/>
          <a:p>
            <a:r>
              <a:rPr lang="en-US" dirty="0"/>
              <a:t>WITH SPECIAL GUESTS VANARSDEL + NIELSSON AUGUST + WINGTIP + JEN HANSSON</a:t>
            </a:r>
          </a:p>
        </p:txBody>
      </p: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CA6C2BF2-6A00-1C8F-7543-49AB8F9EB82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10210" y="12628881"/>
            <a:ext cx="4984750" cy="1950108"/>
          </a:xfrm>
        </p:spPr>
        <p:txBody>
          <a:bodyPr/>
          <a:lstStyle/>
          <a:p>
            <a:r>
              <a:rPr lang="en-US" dirty="0"/>
              <a:t>RELECLOUD  </a:t>
            </a:r>
          </a:p>
          <a:p>
            <a:r>
              <a:rPr lang="en-US" dirty="0"/>
              <a:t>567 MAIN ST BUFFALO, NY 98052  </a:t>
            </a:r>
          </a:p>
        </p:txBody>
      </p:sp>
      <p:sp>
        <p:nvSpPr>
          <p:cNvPr id="43" name="Text Placeholder 42">
            <a:extLst>
              <a:ext uri="{FF2B5EF4-FFF2-40B4-BE49-F238E27FC236}">
                <a16:creationId xmlns:a16="http://schemas.microsoft.com/office/drawing/2014/main" id="{43A0F6A9-1943-7EDE-82E3-96E7D8A1A15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516880" y="12628881"/>
            <a:ext cx="4246880" cy="1950108"/>
          </a:xfrm>
        </p:spPr>
        <p:txBody>
          <a:bodyPr/>
          <a:lstStyle/>
          <a:p>
            <a:r>
              <a:rPr lang="en-US" dirty="0"/>
              <a:t>TICKETS  | $45  </a:t>
            </a:r>
          </a:p>
          <a:p>
            <a:r>
              <a:rPr lang="en-US" dirty="0"/>
              <a:t>RELECLOUD.COM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AA8489F8-3C42-BA4D-027E-D01328A3AC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027257" y="595493"/>
            <a:ext cx="5056245" cy="262855"/>
            <a:chOff x="5027257" y="595493"/>
            <a:chExt cx="5056245" cy="262855"/>
          </a:xfrm>
        </p:grpSpPr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CC80A4D2-85CF-1C6F-F2CA-4DE9B2E6B869}"/>
                </a:ext>
              </a:extLst>
            </p:cNvPr>
            <p:cNvCxnSpPr>
              <a:cxnSpLocks/>
            </p:cNvCxnSpPr>
            <p:nvPr/>
          </p:nvCxnSpPr>
          <p:spPr>
            <a:xfrm>
              <a:off x="5028466" y="595493"/>
              <a:ext cx="5043545" cy="0"/>
            </a:xfrm>
            <a:prstGeom prst="line">
              <a:avLst/>
            </a:prstGeom>
            <a:ln w="12700" cmpd="sng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630CED2E-8277-39CB-9DB0-D88B41B91B8F}"/>
                </a:ext>
              </a:extLst>
            </p:cNvPr>
            <p:cNvCxnSpPr>
              <a:cxnSpLocks/>
            </p:cNvCxnSpPr>
            <p:nvPr/>
          </p:nvCxnSpPr>
          <p:spPr>
            <a:xfrm>
              <a:off x="5030897" y="718879"/>
              <a:ext cx="5041114" cy="0"/>
            </a:xfrm>
            <a:prstGeom prst="line">
              <a:avLst/>
            </a:prstGeom>
            <a:ln w="25400" cmpd="sng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9D8EEC6D-8FAB-1461-8BBB-939DFCDCCF1F}"/>
                </a:ext>
              </a:extLst>
            </p:cNvPr>
            <p:cNvCxnSpPr>
              <a:cxnSpLocks/>
            </p:cNvCxnSpPr>
            <p:nvPr/>
          </p:nvCxnSpPr>
          <p:spPr>
            <a:xfrm>
              <a:off x="5027257" y="858348"/>
              <a:ext cx="5056245" cy="0"/>
            </a:xfrm>
            <a:prstGeom prst="line">
              <a:avLst/>
            </a:prstGeom>
            <a:ln w="38100" cmpd="sng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29017D3F-20BD-D0D9-7BAF-6A4B2DF8A4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18801" y="14820954"/>
            <a:ext cx="10149840" cy="262855"/>
            <a:chOff x="5027257" y="595493"/>
            <a:chExt cx="5056245" cy="262855"/>
          </a:xfrm>
        </p:grpSpPr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649D67-3406-98C4-0A40-980C140F9F8A}"/>
                </a:ext>
              </a:extLst>
            </p:cNvPr>
            <p:cNvCxnSpPr>
              <a:cxnSpLocks/>
            </p:cNvCxnSpPr>
            <p:nvPr/>
          </p:nvCxnSpPr>
          <p:spPr>
            <a:xfrm>
              <a:off x="5028466" y="595493"/>
              <a:ext cx="5043545" cy="0"/>
            </a:xfrm>
            <a:prstGeom prst="line">
              <a:avLst/>
            </a:prstGeom>
            <a:ln w="12700" cmpd="sng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DC1C3929-8478-DD0B-38C3-BFA2F2791D53}"/>
                </a:ext>
              </a:extLst>
            </p:cNvPr>
            <p:cNvCxnSpPr>
              <a:cxnSpLocks/>
            </p:cNvCxnSpPr>
            <p:nvPr/>
          </p:nvCxnSpPr>
          <p:spPr>
            <a:xfrm>
              <a:off x="5030897" y="718879"/>
              <a:ext cx="5041114" cy="0"/>
            </a:xfrm>
            <a:prstGeom prst="line">
              <a:avLst/>
            </a:prstGeom>
            <a:ln w="25400" cmpd="sng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284D2491-E5A8-CB81-9184-58D37BFF4786}"/>
                </a:ext>
              </a:extLst>
            </p:cNvPr>
            <p:cNvCxnSpPr>
              <a:cxnSpLocks/>
            </p:cNvCxnSpPr>
            <p:nvPr/>
          </p:nvCxnSpPr>
          <p:spPr>
            <a:xfrm>
              <a:off x="5027257" y="858348"/>
              <a:ext cx="5056245" cy="0"/>
            </a:xfrm>
            <a:prstGeom prst="line">
              <a:avLst/>
            </a:prstGeom>
            <a:ln w="38100" cmpd="sng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5" name="Picture 24" descr="Baiyun Png Cloud - Png Clouds Images Hd Transparent PNG - 4724x3104 - Free  Download on NicePNG">
            <a:extLst>
              <a:ext uri="{FF2B5EF4-FFF2-40B4-BE49-F238E27FC236}">
                <a16:creationId xmlns:a16="http://schemas.microsoft.com/office/drawing/2014/main" id="{330B761E-FC2A-4F26-5D83-56F4D6098C5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926" t="7572" r="2563"/>
          <a:stretch>
            <a:fillRect/>
          </a:stretch>
        </p:blipFill>
        <p:spPr>
          <a:xfrm>
            <a:off x="-23378" y="-61693"/>
            <a:ext cx="10079999" cy="5088568"/>
          </a:xfrm>
          <a:prstGeom prst="rect">
            <a:avLst/>
          </a:prstGeom>
        </p:spPr>
      </p:pic>
      <p:pic>
        <p:nvPicPr>
          <p:cNvPr id="16" name="Picture Placeholder 15">
            <a:extLst>
              <a:ext uri="{FF2B5EF4-FFF2-40B4-BE49-F238E27FC236}">
                <a16:creationId xmlns:a16="http://schemas.microsoft.com/office/drawing/2014/main" id="{19DFA871-ED98-4B6D-4C0E-9C450259821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5">
            <a:alphaModFix amt="70000"/>
          </a:blip>
          <a:srcRect l="26056" t="-790" r="10005" b="5010"/>
          <a:stretch>
            <a:fillRect/>
          </a:stretch>
        </p:blipFill>
        <p:spPr>
          <a:xfrm>
            <a:off x="-71174" y="4023360"/>
            <a:ext cx="9724444" cy="11056937"/>
          </a:xfrm>
          <a:prstGeom prst="rect">
            <a:avLst/>
          </a:prstGeom>
          <a:noFill/>
          <a:effectLst>
            <a:outerShdw blurRad="50800" dist="50800" dir="5400000" sx="1000" sy="1000" algn="ctr" rotWithShape="0">
              <a:srgbClr val="000000">
                <a:alpha val="0"/>
              </a:srgbClr>
            </a:outerShdw>
          </a:effectLst>
        </p:spPr>
      </p:pic>
      <p:pic>
        <p:nvPicPr>
          <p:cNvPr id="8" name="Picture 7" descr="Story Pin image">
            <a:extLst>
              <a:ext uri="{FF2B5EF4-FFF2-40B4-BE49-F238E27FC236}">
                <a16:creationId xmlns:a16="http://schemas.microsoft.com/office/drawing/2014/main" id="{5403024C-E5F2-14B5-13EF-DE7E4AD79AF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3600" b="99867" l="3533" r="99457">
                        <a14:foregroundMark x1="32065" y1="94667" x2="32065" y2="94667"/>
                        <a14:foregroundMark x1="32065" y1="94667" x2="90217" y2="50533"/>
                        <a14:foregroundMark x1="90217" y1="50533" x2="96603" y2="39200"/>
                        <a14:foregroundMark x1="97147" y1="25733" x2="98913" y2="16133"/>
                        <a14:foregroundMark x1="12364" y1="98667" x2="30571" y2="97333"/>
                        <a14:foregroundMark x1="30571" y1="97333" x2="36413" y2="97600"/>
                        <a14:foregroundMark x1="6386" y1="99333" x2="3533" y2="99867"/>
                        <a14:foregroundMark x1="12092" y1="98133" x2="28397" y2="91067"/>
                        <a14:backgroundMark x1="33967" y1="87600" x2="28533" y2="90000"/>
                        <a14:backgroundMark x1="28533" y1="90800" x2="34375" y2="87333"/>
                        <a14:backgroundMark x1="99457" y1="3467" x2="98370" y2="8000"/>
                        <a14:backgroundMark x1="98370" y1="58400" x2="98370" y2="58400"/>
                      </a14:backgroundRemoval>
                    </a14:imgEffect>
                  </a14:imgLayer>
                </a14:imgProps>
              </a:ext>
            </a:extLst>
          </a:blip>
          <a:srcRect l="12478"/>
          <a:stretch>
            <a:fillRect/>
          </a:stretch>
        </p:blipFill>
        <p:spPr>
          <a:xfrm>
            <a:off x="-119342" y="1385444"/>
            <a:ext cx="10177742" cy="1428116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89B55B4-9E22-3348-5971-9BE6CDC1B3E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1398" y="1234338"/>
            <a:ext cx="1764393" cy="176439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1506496-4FAC-9B0C-3ED8-1D25E42E205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9063" b="90938" l="10000" r="97188">
                        <a14:foregroundMark x1="16094" y1="11250" x2="30156" y2="10938"/>
                        <a14:foregroundMark x1="30156" y1="10938" x2="48906" y2="13906"/>
                        <a14:foregroundMark x1="48906" y1="13906" x2="85156" y2="13906"/>
                        <a14:foregroundMark x1="15937" y1="10000" x2="15781" y2="9219"/>
                        <a14:foregroundMark x1="84219" y1="9063" x2="84219" y2="9063"/>
                        <a14:foregroundMark x1="84219" y1="9063" x2="84219" y2="9063"/>
                        <a14:foregroundMark x1="48750" y1="90938" x2="48750" y2="90938"/>
                        <a14:foregroundMark x1="48750" y1="90938" x2="48750" y2="90938"/>
                        <a14:backgroundMark x1="92188" y1="16719" x2="92188" y2="10625"/>
                        <a14:backgroundMark x1="89375" y1="14688" x2="95469" y2="14688"/>
                        <a14:backgroundMark x1="89375" y1="13281" x2="89375" y2="14063"/>
                        <a14:backgroundMark x1="89375" y1="14063" x2="97188" y2="14063"/>
                        <a14:backgroundMark x1="97188" y1="14063" x2="97188" y2="14375"/>
                      </a14:backgroundRemoval>
                    </a14:imgEffect>
                  </a14:imgLayer>
                </a14:imgProps>
              </a:ext>
            </a:extLst>
          </a:blip>
          <a:srcRect l="10334" t="10302" r="19415" b="6130"/>
          <a:stretch>
            <a:fillRect/>
          </a:stretch>
        </p:blipFill>
        <p:spPr>
          <a:xfrm>
            <a:off x="7772400" y="-61693"/>
            <a:ext cx="2322986" cy="2763337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DC064B72-FF7A-29DE-511F-0396429B96E3}"/>
              </a:ext>
            </a:extLst>
          </p:cNvPr>
          <p:cNvSpPr/>
          <p:nvPr/>
        </p:nvSpPr>
        <p:spPr>
          <a:xfrm>
            <a:off x="7499157" y="539262"/>
            <a:ext cx="3193085" cy="95410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b="0" cap="none" spc="0" dirty="0">
                <a:ln w="0"/>
                <a:solidFill>
                  <a:srgbClr val="FFCC00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2026</a:t>
            </a:r>
            <a:endParaRPr lang="en-US" sz="5400" dirty="0">
              <a:ln w="0"/>
              <a:solidFill>
                <a:srgbClr val="FFCC00"/>
              </a:solidFill>
              <a:latin typeface="Batang" panose="02030600000101010101" pitchFamily="18" charset="-127"/>
              <a:ea typeface="Batang" panose="02030600000101010101" pitchFamily="18" charset="-127"/>
            </a:endParaRPr>
          </a:p>
          <a:p>
            <a:pPr algn="ctr"/>
            <a:r>
              <a:rPr lang="en-US" sz="1600" b="0" cap="none" spc="0" dirty="0">
                <a:ln w="0"/>
                <a:solidFill>
                  <a:schemeClr val="bg1">
                    <a:lumMod val="85000"/>
                  </a:schemeClr>
                </a:solidFill>
                <a:effectLst/>
                <a:latin typeface="Book Antiqua" panose="02040602050305030304" pitchFamily="18" charset="0"/>
              </a:rPr>
              <a:t>EDITION</a:t>
            </a:r>
            <a:endParaRPr lang="en-US" sz="5400" b="0" cap="none" spc="0" dirty="0">
              <a:ln w="0"/>
              <a:solidFill>
                <a:schemeClr val="bg1">
                  <a:lumMod val="85000"/>
                </a:schemeClr>
              </a:solidFill>
              <a:effectLst/>
              <a:latin typeface="Book Antiqua" panose="02040602050305030304" pitchFamily="18" charset="0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04B29067-148C-A687-2FA0-9401C27C0F0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6757" b="87838" l="1435" r="97848">
                        <a14:foregroundMark x1="23816" y1="63514" x2="57245" y2="50000"/>
                        <a14:foregroundMark x1="57245" y1="50000" x2="71736" y2="68919"/>
                        <a14:foregroundMark x1="24390" y1="55405" x2="1435" y2="52703"/>
                        <a14:foregroundMark x1="11765" y1="55405" x2="22238" y2="47297"/>
                        <a14:foregroundMark x1="22238" y1="47297" x2="32568" y2="60811"/>
                        <a14:foregroundMark x1="32568" y1="60811" x2="41750" y2="52703"/>
                        <a14:foregroundMark x1="41750" y1="52703" x2="52798" y2="60811"/>
                        <a14:foregroundMark x1="52798" y1="60811" x2="62841" y2="48649"/>
                        <a14:foregroundMark x1="62841" y1="48649" x2="84935" y2="62162"/>
                        <a14:foregroundMark x1="84935" y1="62162" x2="95552" y2="55405"/>
                        <a14:foregroundMark x1="95552" y1="55405" x2="95983" y2="55405"/>
                        <a14:foregroundMark x1="95983" y1="55405" x2="95983" y2="55405"/>
                        <a14:foregroundMark x1="97848" y1="55405" x2="78049" y2="55405"/>
                        <a14:foregroundMark x1="78049" y1="55405" x2="89670" y2="50000"/>
                        <a14:foregroundMark x1="44907" y1="63514" x2="34146" y2="64865"/>
                        <a14:foregroundMark x1="34146" y1="64865" x2="56241" y2="45946"/>
                        <a14:foregroundMark x1="56241" y1="45946" x2="56958" y2="4594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187228" y="2606716"/>
            <a:ext cx="5311600" cy="563929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D642D098-35F0-3BCE-E0C1-55200538DDC0}"/>
              </a:ext>
            </a:extLst>
          </p:cNvPr>
          <p:cNvSpPr/>
          <p:nvPr/>
        </p:nvSpPr>
        <p:spPr>
          <a:xfrm>
            <a:off x="-98056" y="3549975"/>
            <a:ext cx="9751325" cy="315471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9900" b="1" cap="none" spc="0" dirty="0">
                <a:ln w="12700" cmpd="sng">
                  <a:solidFill>
                    <a:schemeClr val="bg1">
                      <a:lumMod val="85000"/>
                    </a:schemeClr>
                  </a:solidFill>
                  <a:prstDash val="solid"/>
                </a:ln>
                <a:gradFill>
                  <a:gsLst>
                    <a:gs pos="44000">
                      <a:schemeClr val="accent6">
                        <a:lumMod val="50000"/>
                      </a:schemeClr>
                    </a:gs>
                    <a:gs pos="11000">
                      <a:srgbClr val="92D050"/>
                    </a:gs>
                    <a:gs pos="0">
                      <a:schemeClr val="accent6">
                        <a:lumMod val="50000"/>
                      </a:schemeClr>
                    </a:gs>
                    <a:gs pos="19000">
                      <a:schemeClr val="accent6">
                        <a:lumMod val="60000"/>
                        <a:lumOff val="40000"/>
                      </a:schemeClr>
                    </a:gs>
                    <a:gs pos="83000">
                      <a:schemeClr val="accent6">
                        <a:lumMod val="50000"/>
                      </a:schemeClr>
                    </a:gs>
                    <a:gs pos="100000">
                      <a:schemeClr val="accent6">
                        <a:lumMod val="50000"/>
                      </a:schemeClr>
                    </a:gs>
                  </a:gsLst>
                  <a:lin ang="5400000" scaled="1"/>
                </a:gradFill>
                <a:effectLst>
                  <a:outerShdw blurRad="50800" dist="38100" algn="l" rotWithShape="0">
                    <a:schemeClr val="tx1">
                      <a:lumMod val="85000"/>
                      <a:lumOff val="15000"/>
                      <a:alpha val="40000"/>
                    </a:schemeClr>
                  </a:outerShdw>
                </a:effectLst>
                <a:latin typeface="Engravers MT" panose="02090707080505020304" pitchFamily="18" charset="0"/>
              </a:rPr>
              <a:t>AMU</a:t>
            </a:r>
            <a:endParaRPr lang="en-US" sz="41300" b="1" cap="none" spc="0" dirty="0">
              <a:ln w="12700" cmpd="sng">
                <a:solidFill>
                  <a:schemeClr val="bg1">
                    <a:lumMod val="85000"/>
                  </a:schemeClr>
                </a:solidFill>
                <a:prstDash val="solid"/>
              </a:ln>
              <a:gradFill>
                <a:gsLst>
                  <a:gs pos="44000">
                    <a:schemeClr val="accent6">
                      <a:lumMod val="50000"/>
                    </a:schemeClr>
                  </a:gs>
                  <a:gs pos="11000">
                    <a:srgbClr val="92D050"/>
                  </a:gs>
                  <a:gs pos="0">
                    <a:schemeClr val="accent6">
                      <a:lumMod val="50000"/>
                    </a:schemeClr>
                  </a:gs>
                  <a:gs pos="19000">
                    <a:schemeClr val="accent6">
                      <a:lumMod val="60000"/>
                      <a:lumOff val="40000"/>
                    </a:schemeClr>
                  </a:gs>
                  <a:gs pos="83000">
                    <a:schemeClr val="accent6">
                      <a:lumMod val="50000"/>
                    </a:schemeClr>
                  </a:gs>
                  <a:gs pos="100000">
                    <a:schemeClr val="accent6">
                      <a:lumMod val="50000"/>
                    </a:schemeClr>
                  </a:gs>
                </a:gsLst>
                <a:lin ang="5400000" scaled="1"/>
              </a:gradFill>
              <a:effectLst>
                <a:outerShdw blurRad="50800" dist="38100" algn="l" rotWithShape="0">
                  <a:schemeClr val="tx1">
                    <a:lumMod val="85000"/>
                    <a:lumOff val="15000"/>
                    <a:alpha val="40000"/>
                  </a:schemeClr>
                </a:outerShdw>
              </a:effectLst>
              <a:latin typeface="Engravers MT" panose="02090707080505020304" pitchFamily="18" charset="0"/>
            </a:endParaRP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F5D9D759-D8BA-7DBC-8C7B-8E1B1DEC803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9804" b="86275" l="1977" r="97442">
                        <a14:foregroundMark x1="58470" y1="66069" x2="58545" y2="66045"/>
                        <a14:foregroundMark x1="50581" y1="68627" x2="53324" y2="67738"/>
                        <a14:foregroundMark x1="67170" y1="69013" x2="83140" y2="84314"/>
                        <a14:foregroundMark x1="83140" y1="84314" x2="88493" y2="55654"/>
                        <a14:foregroundMark x1="95952" y1="46615" x2="97558" y2="47059"/>
                        <a14:foregroundMark x1="3023" y1="52941" x2="11047" y2="56863"/>
                        <a14:foregroundMark x1="11047" y1="56863" x2="24419" y2="56863"/>
                        <a14:foregroundMark x1="24419" y1="56863" x2="54767" y2="70588"/>
                        <a14:foregroundMark x1="66126" y1="69667" x2="78953" y2="68627"/>
                        <a14:foregroundMark x1="58302" y1="70301" x2="58388" y2="70294"/>
                        <a14:foregroundMark x1="54767" y1="70588" x2="55524" y2="70527"/>
                        <a14:foregroundMark x1="78953" y1="68627" x2="89884" y2="70588"/>
                        <a14:foregroundMark x1="3023" y1="52941" x2="27907" y2="62745"/>
                        <a14:foregroundMark x1="27907" y1="62745" x2="42791" y2="51872"/>
                        <a14:foregroundMark x1="87244" y1="56437" x2="88837" y2="56863"/>
                        <a14:foregroundMark x1="88837" y1="56863" x2="97209" y2="52941"/>
                        <a14:foregroundMark x1="97209" y1="52941" x2="97326" y2="52941"/>
                        <a14:foregroundMark x1="2558" y1="52941" x2="51395" y2="94118"/>
                        <a14:foregroundMark x1="51395" y1="94118" x2="92209" y2="27451"/>
                        <a14:foregroundMark x1="92209" y1="27451" x2="97558" y2="39216"/>
                        <a14:foregroundMark x1="1977" y1="60784" x2="23372" y2="19608"/>
                        <a14:foregroundMark x1="23372" y1="19608" x2="52674" y2="62745"/>
                        <a14:foregroundMark x1="52674" y1="62745" x2="65349" y2="60784"/>
                        <a14:foregroundMark x1="65349" y1="60784" x2="75581" y2="64706"/>
                        <a14:foregroundMark x1="75581" y1="64706" x2="90349" y2="62745"/>
                        <a14:foregroundMark x1="90349" y1="62745" x2="96977" y2="70588"/>
                        <a14:foregroundMark x1="2674" y1="64706" x2="15814" y2="60784"/>
                        <a14:foregroundMark x1="15814" y1="60784" x2="52791" y2="72549"/>
                        <a14:backgroundMark x1="92526" y1="18547" x2="92577" y2="18515"/>
                        <a14:backgroundMark x1="66318" y1="34967" x2="66338" y2="3495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flipV="1">
            <a:off x="796636" y="6354817"/>
            <a:ext cx="6553768" cy="32803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C44BB8A3-D01B-1B32-34C3-E1DAABDACD8B}"/>
              </a:ext>
            </a:extLst>
          </p:cNvPr>
          <p:cNvSpPr/>
          <p:nvPr/>
        </p:nvSpPr>
        <p:spPr>
          <a:xfrm>
            <a:off x="583314" y="6699629"/>
            <a:ext cx="6538478" cy="101566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6000" b="1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ook Antiqua" panose="02040602050305030304" pitchFamily="18" charset="0"/>
              </a:rPr>
              <a:t>MAGAZINE</a:t>
            </a:r>
            <a:endParaRPr lang="en-IN" sz="5400" b="1" cap="none" spc="0" dirty="0">
              <a:ln w="0"/>
              <a:solidFill>
                <a:schemeClr val="accent3">
                  <a:lumMod val="50000"/>
                </a:schemeClr>
              </a:soli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7B676919-FC44-3ACE-B39A-6EC8C9C2CAE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130583" y="8829990"/>
            <a:ext cx="2577932" cy="5329366"/>
          </a:xfrm>
          <a:prstGeom prst="roundRect">
            <a:avLst>
              <a:gd name="adj" fmla="val 11111"/>
            </a:avLst>
          </a:prstGeom>
          <a:ln w="190500" cap="rnd">
            <a:solidFill>
              <a:srgbClr val="C8C6BD"/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FFFFFF"/>
            </a:extrusionClr>
          </a:sp3d>
        </p:spPr>
      </p:pic>
      <p:sp>
        <p:nvSpPr>
          <p:cNvPr id="47" name="Rectangle 46">
            <a:extLst>
              <a:ext uri="{FF2B5EF4-FFF2-40B4-BE49-F238E27FC236}">
                <a16:creationId xmlns:a16="http://schemas.microsoft.com/office/drawing/2014/main" id="{2ACBB189-C8AE-54C5-5BCB-CEE1A966EEB2}"/>
              </a:ext>
            </a:extLst>
          </p:cNvPr>
          <p:cNvSpPr/>
          <p:nvPr/>
        </p:nvSpPr>
        <p:spPr>
          <a:xfrm>
            <a:off x="-186402" y="14832012"/>
            <a:ext cx="8205708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b="0" i="1" cap="none" spc="0" dirty="0">
                <a:ln w="0"/>
                <a:solidFill>
                  <a:schemeClr val="bg1">
                    <a:lumMod val="9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sto MT" panose="02040603050505030304" pitchFamily="18" charset="0"/>
              </a:rPr>
              <a:t>Knowledge   Service    Progress</a:t>
            </a:r>
          </a:p>
        </p:txBody>
      </p:sp>
      <p:sp>
        <p:nvSpPr>
          <p:cNvPr id="49" name="Flowchart: Connector 48">
            <a:extLst>
              <a:ext uri="{FF2B5EF4-FFF2-40B4-BE49-F238E27FC236}">
                <a16:creationId xmlns:a16="http://schemas.microsoft.com/office/drawing/2014/main" id="{140971F7-381B-F1A8-E199-AB5C71596E43}"/>
              </a:ext>
            </a:extLst>
          </p:cNvPr>
          <p:cNvSpPr/>
          <p:nvPr/>
        </p:nvSpPr>
        <p:spPr>
          <a:xfrm>
            <a:off x="3223603" y="15131460"/>
            <a:ext cx="167298" cy="144443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9" name="Flowchart: Connector 58">
            <a:extLst>
              <a:ext uri="{FF2B5EF4-FFF2-40B4-BE49-F238E27FC236}">
                <a16:creationId xmlns:a16="http://schemas.microsoft.com/office/drawing/2014/main" id="{3842997F-622C-FE35-D4BD-CA1F6BC50CB9}"/>
              </a:ext>
            </a:extLst>
          </p:cNvPr>
          <p:cNvSpPr/>
          <p:nvPr/>
        </p:nvSpPr>
        <p:spPr>
          <a:xfrm>
            <a:off x="5001668" y="15117371"/>
            <a:ext cx="167298" cy="144443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13C9D34-CC38-F2A3-D890-C409BF8C113A}"/>
              </a:ext>
            </a:extLst>
          </p:cNvPr>
          <p:cNvSpPr txBox="1"/>
          <p:nvPr/>
        </p:nvSpPr>
        <p:spPr>
          <a:xfrm>
            <a:off x="405130" y="8587305"/>
            <a:ext cx="2807587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i="1" dirty="0">
                <a:solidFill>
                  <a:schemeClr val="accent6">
                    <a:lumMod val="50000"/>
                  </a:schemeClr>
                </a:solidFill>
                <a:latin typeface="Calisto MT" panose="02040603050505030304" pitchFamily="18" charset="0"/>
              </a:rPr>
              <a:t>Where Tradition Meets Tomorrow</a:t>
            </a:r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8D949939-22F3-6C9E-C32D-F25BCC8A96A0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57147" y="7612366"/>
            <a:ext cx="6742010" cy="52244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8E3DC2E-FC09-6015-0BE4-351609404A53}"/>
              </a:ext>
            </a:extLst>
          </p:cNvPr>
          <p:cNvSpPr/>
          <p:nvPr/>
        </p:nvSpPr>
        <p:spPr>
          <a:xfrm>
            <a:off x="1519466" y="853189"/>
            <a:ext cx="6742010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IN" sz="5400" b="1" dirty="0">
                <a:ln/>
                <a:solidFill>
                  <a:schemeClr val="accent6">
                    <a:lumMod val="50000"/>
                  </a:schemeClr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ALIGARH MUSLIM UNIVERSITY</a:t>
            </a:r>
            <a:endParaRPr lang="en-IN" sz="5400" b="1" dirty="0">
              <a:ln/>
              <a:solidFill>
                <a:schemeClr val="accent6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070831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9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81AEBA"/>
      </a:accent3>
      <a:accent4>
        <a:srgbClr val="203864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61">
      <a:majorFont>
        <a:latin typeface="Posterama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ncert poster_win32_SL_V3" id="{F5BCBC60-0215-4AE6-973F-F6DF06353704}" vid="{3EDF8079-90E5-4D17-A6D0-3B4015BEF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8663DAAC-560C-4FCC-9805-DA264296FF9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82CFDA0-6BDD-4706-B26B-1B5B1EB5737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360BB66-9ADE-49BD-AE9B-CB5493E4DFBB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Concert poster</Template>
  <TotalTime>356</TotalTime>
  <Words>51</Words>
  <Application>Microsoft Office PowerPoint</Application>
  <PresentationFormat>Custom</PresentationFormat>
  <Paragraphs>17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0" baseType="lpstr">
      <vt:lpstr>Batang</vt:lpstr>
      <vt:lpstr>Arial</vt:lpstr>
      <vt:lpstr>Avenir Next LT Pro</vt:lpstr>
      <vt:lpstr>Book Antiqua</vt:lpstr>
      <vt:lpstr>Calibri</vt:lpstr>
      <vt:lpstr>Calisto MT</vt:lpstr>
      <vt:lpstr>Engravers MT</vt:lpstr>
      <vt:lpstr>Posterama</vt:lpstr>
      <vt:lpstr>Custom</vt:lpstr>
      <vt:lpstr>CONTOSO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CSD</dc:creator>
  <cp:lastModifiedBy>CSD</cp:lastModifiedBy>
  <cp:revision>7</cp:revision>
  <dcterms:created xsi:type="dcterms:W3CDTF">2026-08-19T06:40:24Z</dcterms:created>
  <dcterms:modified xsi:type="dcterms:W3CDTF">2026-08-20T09:45:42Z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